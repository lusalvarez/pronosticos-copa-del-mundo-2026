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56" r:id="rId4"/>
    <p:sldId id="258" r:id="rId5"/>
    <p:sldId id="261" r:id="rId6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582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37A"/>
    <a:srgbClr val="74A2FF"/>
    <a:srgbClr val="4135C4"/>
    <a:srgbClr val="3E3083"/>
    <a:srgbClr val="FFB186"/>
    <a:srgbClr val="E8D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57735-DDE9-825F-D119-147F43C04064}" v="165" dt="2026-01-22T14:18:53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  <p:guide pos="98"/>
        <p:guide pos="7582"/>
        <p:guide orient="horz" pos="4201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94DE-7412-7644-A072-C828E27DE7A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A9023-031E-DE46-8CDD-2D6969605BA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2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FF2B-1BA9-1158-BFC9-806478B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9CCD01-0A3B-AFC1-4A73-DE5702F14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9784E5-B2D5-D2FA-3369-19D00436E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C89423-E453-EE91-BC2D-FABF5861B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A9023-031E-DE46-8CDD-2D6969605BA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3264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28145-EC3A-2897-6483-265C189CD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0234BF-771B-9EF5-8B1E-8B1902FE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F24A2F-6B90-ED5F-C9AF-DA929A652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E5CB8-114E-608E-5B13-61300114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324DCB-0307-A93B-5BAA-80CCDAC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40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>
            <a:extLst>
              <a:ext uri="{FF2B5EF4-FFF2-40B4-BE49-F238E27FC236}">
                <a16:creationId xmlns:a16="http://schemas.microsoft.com/office/drawing/2014/main" id="{98BB8DFA-51E3-AB59-DBF9-ABD7725B218F}"/>
              </a:ext>
            </a:extLst>
          </p:cNvPr>
          <p:cNvSpPr/>
          <p:nvPr userDrawn="1"/>
        </p:nvSpPr>
        <p:spPr>
          <a:xfrm>
            <a:off x="119359" y="-923921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B4833E9-22BD-2A78-DB54-7648F4DBD3E5}"/>
              </a:ext>
            </a:extLst>
          </p:cNvPr>
          <p:cNvSpPr/>
          <p:nvPr userDrawn="1"/>
        </p:nvSpPr>
        <p:spPr>
          <a:xfrm>
            <a:off x="-877028" y="-938687"/>
            <a:ext cx="12648631" cy="8525615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DC94737-4167-A819-F17E-228D3EC0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889" t="16925" b="16925"/>
          <a:stretch>
            <a:fillRect/>
          </a:stretch>
        </p:blipFill>
        <p:spPr>
          <a:xfrm>
            <a:off x="12166" y="0"/>
            <a:ext cx="3018022" cy="685800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A670F60-BDA4-FC0A-69A7-2B1503EB7417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31E02478-8CCC-7CEF-46D5-A4DAB947E3A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95670B9-0172-0213-2560-C5E57D6D26B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28A8BF3-2138-CBA7-7290-21AFE69729D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38BF859-9731-A67E-DB28-48E35260552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48AF2C32-9474-7419-D676-6FDE3120372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9E9105C5-11C5-E035-F183-603658376F0C}"/>
              </a:ext>
            </a:extLst>
          </p:cNvPr>
          <p:cNvSpPr/>
          <p:nvPr userDrawn="1"/>
        </p:nvSpPr>
        <p:spPr>
          <a:xfrm>
            <a:off x="11165568" y="6159482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14C59A1-9993-0C75-5106-5D8B4CCC3BDE}"/>
              </a:ext>
            </a:extLst>
          </p:cNvPr>
          <p:cNvSpPr/>
          <p:nvPr userDrawn="1"/>
        </p:nvSpPr>
        <p:spPr>
          <a:xfrm flipV="1">
            <a:off x="2038607" y="1307361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FFBC13E4-A3C2-308D-1AE4-5DE8A429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orme libre 18">
            <a:extLst>
              <a:ext uri="{FF2B5EF4-FFF2-40B4-BE49-F238E27FC236}">
                <a16:creationId xmlns:a16="http://schemas.microsoft.com/office/drawing/2014/main" id="{409D98E7-E957-80C3-EA63-5AA7247B3604}"/>
              </a:ext>
            </a:extLst>
          </p:cNvPr>
          <p:cNvSpPr/>
          <p:nvPr userDrawn="1"/>
        </p:nvSpPr>
        <p:spPr>
          <a:xfrm>
            <a:off x="-3770458" y="-977484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F101090-3E93-10DE-FA8E-5F8FE518A660}"/>
              </a:ext>
            </a:extLst>
          </p:cNvPr>
          <p:cNvSpPr/>
          <p:nvPr userDrawn="1"/>
        </p:nvSpPr>
        <p:spPr>
          <a:xfrm>
            <a:off x="7416610" y="3254549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972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9AE2E3-C81A-43D9-FBE5-A164F252496A}"/>
              </a:ext>
            </a:extLst>
          </p:cNvPr>
          <p:cNvSpPr/>
          <p:nvPr userDrawn="1"/>
        </p:nvSpPr>
        <p:spPr>
          <a:xfrm>
            <a:off x="271045" y="285455"/>
            <a:ext cx="11665582" cy="61378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36D1469-5375-E2CA-18F4-D552BF6CD531}"/>
              </a:ext>
            </a:extLst>
          </p:cNvPr>
          <p:cNvSpPr/>
          <p:nvPr userDrawn="1"/>
        </p:nvSpPr>
        <p:spPr>
          <a:xfrm>
            <a:off x="-4917" y="-11352"/>
            <a:ext cx="1648365" cy="142287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4495B4A-AC9A-39F8-D225-3B2B0D140403}"/>
              </a:ext>
            </a:extLst>
          </p:cNvPr>
          <p:cNvSpPr/>
          <p:nvPr userDrawn="1"/>
        </p:nvSpPr>
        <p:spPr>
          <a:xfrm rot="10800000">
            <a:off x="9421225" y="5432231"/>
            <a:ext cx="2825272" cy="1425768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263531 w 2953860"/>
              <a:gd name="csY0" fmla="*/ 1511585 h 1524776"/>
              <a:gd name="csX1" fmla="*/ 172320 w 2953860"/>
              <a:gd name="csY1" fmla="*/ 1172032 h 1524776"/>
              <a:gd name="csX2" fmla="*/ 2953860 w 2953860"/>
              <a:gd name="csY2" fmla="*/ 0 h 1524776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09347 w 2999676"/>
              <a:gd name="csY0" fmla="*/ 1511585 h 1527103"/>
              <a:gd name="csX1" fmla="*/ 218136 w 2999676"/>
              <a:gd name="csY1" fmla="*/ 1172032 h 1527103"/>
              <a:gd name="csX2" fmla="*/ 2999676 w 2999676"/>
              <a:gd name="csY2" fmla="*/ 0 h 1527103"/>
              <a:gd name="csX0" fmla="*/ 394396 w 3084725"/>
              <a:gd name="csY0" fmla="*/ 1511585 h 1532167"/>
              <a:gd name="csX1" fmla="*/ 303185 w 3084725"/>
              <a:gd name="csY1" fmla="*/ 1172032 h 1532167"/>
              <a:gd name="csX2" fmla="*/ 3084725 w 3084725"/>
              <a:gd name="csY2" fmla="*/ 0 h 1532167"/>
              <a:gd name="csX0" fmla="*/ 338632 w 3028961"/>
              <a:gd name="csY0" fmla="*/ 1511585 h 1528558"/>
              <a:gd name="csX1" fmla="*/ 247421 w 3028961"/>
              <a:gd name="csY1" fmla="*/ 1172032 h 1528558"/>
              <a:gd name="csX2" fmla="*/ 3028961 w 3028961"/>
              <a:gd name="csY2" fmla="*/ 0 h 152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28961" h="1528558">
                <a:moveTo>
                  <a:pt x="338632" y="1511585"/>
                </a:moveTo>
                <a:cubicBezTo>
                  <a:pt x="-14614" y="1572339"/>
                  <a:pt x="-162445" y="1472463"/>
                  <a:pt x="247421" y="1172032"/>
                </a:cubicBezTo>
                <a:cubicBezTo>
                  <a:pt x="527760" y="980755"/>
                  <a:pt x="1756395" y="358067"/>
                  <a:pt x="3028961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4FEE09C-C622-652C-1300-9F1275692FC6}"/>
              </a:ext>
            </a:extLst>
          </p:cNvPr>
          <p:cNvSpPr/>
          <p:nvPr userDrawn="1"/>
        </p:nvSpPr>
        <p:spPr>
          <a:xfrm>
            <a:off x="0" y="-77938"/>
            <a:ext cx="1322116" cy="114125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8DEEF33-5AAC-F299-3F56-A9F837583A76}"/>
              </a:ext>
            </a:extLst>
          </p:cNvPr>
          <p:cNvSpPr/>
          <p:nvPr userDrawn="1"/>
        </p:nvSpPr>
        <p:spPr>
          <a:xfrm>
            <a:off x="11867934" y="5678928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B848241-41DC-251A-5666-3DDB9BE50405}"/>
              </a:ext>
            </a:extLst>
          </p:cNvPr>
          <p:cNvSpPr/>
          <p:nvPr userDrawn="1"/>
        </p:nvSpPr>
        <p:spPr>
          <a:xfrm>
            <a:off x="571697" y="521365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45ACDAA-131F-DE70-5514-CB3844EC39ED}"/>
              </a:ext>
            </a:extLst>
          </p:cNvPr>
          <p:cNvSpPr/>
          <p:nvPr userDrawn="1"/>
        </p:nvSpPr>
        <p:spPr>
          <a:xfrm flipV="1">
            <a:off x="56413" y="734046"/>
            <a:ext cx="119394" cy="11939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362B4C3-F180-ED90-0A17-E6C0D70C6DA3}"/>
              </a:ext>
            </a:extLst>
          </p:cNvPr>
          <p:cNvGrpSpPr/>
          <p:nvPr userDrawn="1"/>
        </p:nvGrpSpPr>
        <p:grpSpPr>
          <a:xfrm>
            <a:off x="3083884" y="40315"/>
            <a:ext cx="5953474" cy="234980"/>
            <a:chOff x="2865406" y="40315"/>
            <a:chExt cx="5953474" cy="234980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2A6E348-FFA9-5941-D0D8-C87D9EB8F103}"/>
                </a:ext>
              </a:extLst>
            </p:cNvPr>
            <p:cNvSpPr txBox="1"/>
            <p:nvPr/>
          </p:nvSpPr>
          <p:spPr>
            <a:xfrm>
              <a:off x="2865406" y="59851"/>
              <a:ext cx="26164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b="1" spc="600" noProof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" panose="020B0503050203000203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ALIGN THE PLANETS: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D0E42B3-5B53-A7D6-1947-2164865AEF67}"/>
                </a:ext>
              </a:extLst>
            </p:cNvPr>
            <p:cNvSpPr txBox="1"/>
            <p:nvPr/>
          </p:nvSpPr>
          <p:spPr>
            <a:xfrm>
              <a:off x="5295781" y="40315"/>
              <a:ext cx="3523099" cy="234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Transforming </a:t>
              </a:r>
              <a:r>
                <a:rPr lang="en-GB" sz="900" i="1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today,shaping</a:t>
              </a:r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 tomorrow with purpose &amp; excellence</a:t>
              </a:r>
              <a:endParaRPr lang="en-GB" sz="9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9C05E07-41B7-13B2-E014-C3DBC5F7A511}"/>
              </a:ext>
            </a:extLst>
          </p:cNvPr>
          <p:cNvCxnSpPr/>
          <p:nvPr userDrawn="1"/>
        </p:nvCxnSpPr>
        <p:spPr>
          <a:xfrm flipV="1">
            <a:off x="10062303" y="-11352"/>
            <a:ext cx="554804" cy="296807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827BC309-3921-3CEB-32B7-BD7A079050D3}"/>
              </a:ext>
            </a:extLst>
          </p:cNvPr>
          <p:cNvSpPr/>
          <p:nvPr userDrawn="1"/>
        </p:nvSpPr>
        <p:spPr>
          <a:xfrm flipV="1">
            <a:off x="10382086" y="59851"/>
            <a:ext cx="69967" cy="69967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7F1CA41-9686-B31B-1241-CEF47D963C2A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8219" y="0"/>
            <a:ext cx="530806" cy="277462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908B5CE-F5C9-5239-CE68-D96A80E5FA9B}"/>
              </a:ext>
            </a:extLst>
          </p:cNvPr>
          <p:cNvCxnSpPr>
            <a:cxnSpLocks/>
          </p:cNvCxnSpPr>
          <p:nvPr userDrawn="1"/>
        </p:nvCxnSpPr>
        <p:spPr>
          <a:xfrm flipV="1">
            <a:off x="2386097" y="6431310"/>
            <a:ext cx="740183" cy="431051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F3086E9-7D9D-E10F-8E13-508A0EC6DDE8}"/>
              </a:ext>
            </a:extLst>
          </p:cNvPr>
          <p:cNvCxnSpPr>
            <a:cxnSpLocks/>
          </p:cNvCxnSpPr>
          <p:nvPr userDrawn="1"/>
        </p:nvCxnSpPr>
        <p:spPr>
          <a:xfrm flipV="1">
            <a:off x="2066130" y="6431310"/>
            <a:ext cx="701216" cy="423058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F1F8FA03-D0DA-3772-1C03-030B0732D750}"/>
              </a:ext>
            </a:extLst>
          </p:cNvPr>
          <p:cNvSpPr/>
          <p:nvPr userDrawn="1"/>
        </p:nvSpPr>
        <p:spPr>
          <a:xfrm>
            <a:off x="2286568" y="6644197"/>
            <a:ext cx="90820" cy="90820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69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BFB74EDA-01D2-BA7F-4D59-D8D8D3736C86}"/>
              </a:ext>
            </a:extLst>
          </p:cNvPr>
          <p:cNvGrpSpPr/>
          <p:nvPr userDrawn="1"/>
        </p:nvGrpSpPr>
        <p:grpSpPr>
          <a:xfrm>
            <a:off x="-32635" y="-1649772"/>
            <a:ext cx="2812262" cy="10360098"/>
            <a:chOff x="-53761" y="-320002"/>
            <a:chExt cx="2207737" cy="8133090"/>
          </a:xfrm>
        </p:grpSpPr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64974B7-2EF2-CE6D-E7DB-FEEC7FF411EA}"/>
                </a:ext>
              </a:extLst>
            </p:cNvPr>
            <p:cNvSpPr/>
            <p:nvPr/>
          </p:nvSpPr>
          <p:spPr>
            <a:xfrm>
              <a:off x="-18756" y="498523"/>
              <a:ext cx="1693676" cy="6511106"/>
            </a:xfrm>
            <a:custGeom>
              <a:avLst/>
              <a:gdLst>
                <a:gd name="csX0" fmla="*/ 0 w 1693676"/>
                <a:gd name="csY0" fmla="*/ 0 h 6511106"/>
                <a:gd name="csX1" fmla="*/ 244639 w 1693676"/>
                <a:gd name="csY1" fmla="*/ 182937 h 6511106"/>
                <a:gd name="csX2" fmla="*/ 1693676 w 1693676"/>
                <a:gd name="csY2" fmla="*/ 3255554 h 6511106"/>
                <a:gd name="csX3" fmla="*/ 244639 w 1693676"/>
                <a:gd name="csY3" fmla="*/ 6328169 h 6511106"/>
                <a:gd name="csX4" fmla="*/ 0 w 1693676"/>
                <a:gd name="csY4" fmla="*/ 6511106 h 651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3676" h="6511106">
                  <a:moveTo>
                    <a:pt x="0" y="0"/>
                  </a:moveTo>
                  <a:lnTo>
                    <a:pt x="244639" y="182937"/>
                  </a:lnTo>
                  <a:cubicBezTo>
                    <a:pt x="1129602" y="913274"/>
                    <a:pt x="1693676" y="2018541"/>
                    <a:pt x="1693676" y="3255554"/>
                  </a:cubicBezTo>
                  <a:cubicBezTo>
                    <a:pt x="1693676" y="4492566"/>
                    <a:pt x="1129602" y="5597833"/>
                    <a:pt x="244639" y="6328169"/>
                  </a:cubicBezTo>
                  <a:lnTo>
                    <a:pt x="0" y="6511106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  <a:prstDash val="lgDash"/>
            </a:ln>
            <a:effectLst>
              <a:outerShdw blurRad="347777" dist="38100" dir="2700000" algn="tl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noProof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EF53F18-ACBB-595C-22BF-C357B23BF72A}"/>
                </a:ext>
              </a:extLst>
            </p:cNvPr>
            <p:cNvSpPr/>
            <p:nvPr/>
          </p:nvSpPr>
          <p:spPr>
            <a:xfrm>
              <a:off x="-53761" y="-320002"/>
              <a:ext cx="2111677" cy="8133090"/>
            </a:xfrm>
            <a:custGeom>
              <a:avLst/>
              <a:gdLst>
                <a:gd name="csX0" fmla="*/ 0 w 2111677"/>
                <a:gd name="csY0" fmla="*/ 0 h 8133090"/>
                <a:gd name="csX1" fmla="*/ 113815 w 2111677"/>
                <a:gd name="csY1" fmla="*/ 80936 h 8133090"/>
                <a:gd name="csX2" fmla="*/ 2111677 w 2111677"/>
                <a:gd name="csY2" fmla="*/ 4066545 h 8133090"/>
                <a:gd name="csX3" fmla="*/ 113815 w 2111677"/>
                <a:gd name="csY3" fmla="*/ 8052154 h 8133090"/>
                <a:gd name="csX4" fmla="*/ 0 w 2111677"/>
                <a:gd name="csY4" fmla="*/ 8133090 h 8133090"/>
                <a:gd name="csX5" fmla="*/ 0 w 2111677"/>
                <a:gd name="csY5" fmla="*/ 6831415 h 8133090"/>
                <a:gd name="csX6" fmla="*/ 210748 w 2111677"/>
                <a:gd name="csY6" fmla="*/ 6599533 h 8133090"/>
                <a:gd name="csX7" fmla="*/ 1120068 w 2111677"/>
                <a:gd name="csY7" fmla="*/ 4066544 h 8133090"/>
                <a:gd name="csX8" fmla="*/ 210748 w 2111677"/>
                <a:gd name="csY8" fmla="*/ 1533555 h 8133090"/>
                <a:gd name="csX9" fmla="*/ 0 w 2111677"/>
                <a:gd name="csY9" fmla="*/ 1301673 h 8133090"/>
                <a:gd name="csX10" fmla="*/ 0 w 2111677"/>
                <a:gd name="csY10" fmla="*/ 0 h 8133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11677" h="8133090">
                  <a:moveTo>
                    <a:pt x="0" y="0"/>
                  </a:moveTo>
                  <a:lnTo>
                    <a:pt x="113815" y="80936"/>
                  </a:lnTo>
                  <a:cubicBezTo>
                    <a:pt x="1326640" y="987952"/>
                    <a:pt x="2111677" y="2435571"/>
                    <a:pt x="2111677" y="4066545"/>
                  </a:cubicBezTo>
                  <a:cubicBezTo>
                    <a:pt x="2111677" y="5697519"/>
                    <a:pt x="1326640" y="7145138"/>
                    <a:pt x="113815" y="8052154"/>
                  </a:cubicBezTo>
                  <a:lnTo>
                    <a:pt x="0" y="8133090"/>
                  </a:lnTo>
                  <a:lnTo>
                    <a:pt x="0" y="6831415"/>
                  </a:lnTo>
                  <a:lnTo>
                    <a:pt x="210748" y="6599533"/>
                  </a:lnTo>
                  <a:cubicBezTo>
                    <a:pt x="778819" y="5911191"/>
                    <a:pt x="1120068" y="5028719"/>
                    <a:pt x="1120068" y="4066544"/>
                  </a:cubicBezTo>
                  <a:cubicBezTo>
                    <a:pt x="1120068" y="3104370"/>
                    <a:pt x="778819" y="2221898"/>
                    <a:pt x="210748" y="1533555"/>
                  </a:cubicBezTo>
                  <a:lnTo>
                    <a:pt x="0" y="13016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74A2FF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B4C8BAC5-74E0-31D0-2697-AD13C9B1D4A1}"/>
                </a:ext>
              </a:extLst>
            </p:cNvPr>
            <p:cNvSpPr/>
            <p:nvPr/>
          </p:nvSpPr>
          <p:spPr>
            <a:xfrm>
              <a:off x="-53761" y="1942151"/>
              <a:ext cx="526064" cy="3620378"/>
            </a:xfrm>
            <a:custGeom>
              <a:avLst/>
              <a:gdLst>
                <a:gd name="csX0" fmla="*/ 0 w 526064"/>
                <a:gd name="csY0" fmla="*/ 0 h 3620378"/>
                <a:gd name="csX1" fmla="*/ 116096 w 526064"/>
                <a:gd name="csY1" fmla="*/ 191100 h 3620378"/>
                <a:gd name="csX2" fmla="*/ 526064 w 526064"/>
                <a:gd name="csY2" fmla="*/ 1810189 h 3620378"/>
                <a:gd name="csX3" fmla="*/ 116096 w 526064"/>
                <a:gd name="csY3" fmla="*/ 3429278 h 3620378"/>
                <a:gd name="csX4" fmla="*/ 0 w 526064"/>
                <a:gd name="csY4" fmla="*/ 3620378 h 3620378"/>
                <a:gd name="csX5" fmla="*/ 0 w 526064"/>
                <a:gd name="csY5" fmla="*/ 3121719 h 3620378"/>
                <a:gd name="csX6" fmla="*/ 26097 w 526064"/>
                <a:gd name="csY6" fmla="*/ 3067545 h 3620378"/>
                <a:gd name="csX7" fmla="*/ 279945 w 526064"/>
                <a:gd name="csY7" fmla="*/ 1810190 h 3620378"/>
                <a:gd name="csX8" fmla="*/ 26097 w 526064"/>
                <a:gd name="csY8" fmla="*/ 552835 h 3620378"/>
                <a:gd name="csX9" fmla="*/ 0 w 526064"/>
                <a:gd name="csY9" fmla="*/ 498661 h 3620378"/>
                <a:gd name="csX10" fmla="*/ 0 w 526064"/>
                <a:gd name="csY10" fmla="*/ 0 h 3620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26064" h="3620378">
                  <a:moveTo>
                    <a:pt x="0" y="0"/>
                  </a:moveTo>
                  <a:lnTo>
                    <a:pt x="116096" y="191100"/>
                  </a:lnTo>
                  <a:cubicBezTo>
                    <a:pt x="377551" y="672396"/>
                    <a:pt x="526064" y="1223949"/>
                    <a:pt x="526064" y="1810189"/>
                  </a:cubicBezTo>
                  <a:cubicBezTo>
                    <a:pt x="526064" y="2396430"/>
                    <a:pt x="377551" y="2947983"/>
                    <a:pt x="116096" y="3429278"/>
                  </a:cubicBezTo>
                  <a:lnTo>
                    <a:pt x="0" y="3620378"/>
                  </a:lnTo>
                  <a:lnTo>
                    <a:pt x="0" y="3121719"/>
                  </a:lnTo>
                  <a:lnTo>
                    <a:pt x="26097" y="3067545"/>
                  </a:lnTo>
                  <a:cubicBezTo>
                    <a:pt x="189556" y="2681085"/>
                    <a:pt x="279945" y="2256193"/>
                    <a:pt x="279945" y="1810190"/>
                  </a:cubicBezTo>
                  <a:cubicBezTo>
                    <a:pt x="279945" y="1364187"/>
                    <a:pt x="189556" y="939296"/>
                    <a:pt x="26097" y="552835"/>
                  </a:cubicBezTo>
                  <a:lnTo>
                    <a:pt x="0" y="49866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4135C4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2108488-CE49-EAAD-DBAC-FA331E76FA86}"/>
                </a:ext>
              </a:extLst>
            </p:cNvPr>
            <p:cNvSpPr/>
            <p:nvPr/>
          </p:nvSpPr>
          <p:spPr>
            <a:xfrm>
              <a:off x="1961856" y="3569023"/>
              <a:ext cx="192120" cy="192120"/>
            </a:xfrm>
            <a:prstGeom prst="ellipse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8BC610F1-378D-C9E6-ABF8-EFDEB3495CBF}"/>
                </a:ext>
              </a:extLst>
            </p:cNvPr>
            <p:cNvSpPr/>
            <p:nvPr/>
          </p:nvSpPr>
          <p:spPr>
            <a:xfrm>
              <a:off x="176488" y="3597648"/>
              <a:ext cx="99392" cy="99392"/>
            </a:xfrm>
            <a:prstGeom prst="ellipse">
              <a:avLst/>
            </a:prstGeom>
            <a:solidFill>
              <a:srgbClr val="E9D8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E06DC8A-B2B9-5091-170D-3252AFD6397F}"/>
                </a:ext>
              </a:extLst>
            </p:cNvPr>
            <p:cNvSpPr/>
            <p:nvPr/>
          </p:nvSpPr>
          <p:spPr>
            <a:xfrm>
              <a:off x="996735" y="3577773"/>
              <a:ext cx="139142" cy="139142"/>
            </a:xfrm>
            <a:prstGeom prst="ellipse">
              <a:avLst/>
            </a:prstGeom>
            <a:solidFill>
              <a:srgbClr val="FF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84301A2-0D3D-C864-FFC1-6D1EF22DF3C4}"/>
                </a:ext>
              </a:extLst>
            </p:cNvPr>
            <p:cNvSpPr/>
            <p:nvPr/>
          </p:nvSpPr>
          <p:spPr>
            <a:xfrm>
              <a:off x="387318" y="3570320"/>
              <a:ext cx="158152" cy="158152"/>
            </a:xfrm>
            <a:prstGeom prst="ellipse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14" name="Forme libre 13">
            <a:extLst>
              <a:ext uri="{FF2B5EF4-FFF2-40B4-BE49-F238E27FC236}">
                <a16:creationId xmlns:a16="http://schemas.microsoft.com/office/drawing/2014/main" id="{61C23270-01A4-6D06-22E1-75909EB1B522}"/>
              </a:ext>
            </a:extLst>
          </p:cNvPr>
          <p:cNvSpPr/>
          <p:nvPr userDrawn="1"/>
        </p:nvSpPr>
        <p:spPr>
          <a:xfrm>
            <a:off x="9519038" y="-1388775"/>
            <a:ext cx="2188239" cy="10954342"/>
          </a:xfrm>
          <a:custGeom>
            <a:avLst/>
            <a:gdLst>
              <a:gd name="csX0" fmla="*/ 0 w 2188239"/>
              <a:gd name="csY0" fmla="*/ 0 h 10954342"/>
              <a:gd name="csX1" fmla="*/ 593191 w 2188239"/>
              <a:gd name="csY1" fmla="*/ 0 h 10954342"/>
              <a:gd name="csX2" fmla="*/ 669540 w 2188239"/>
              <a:gd name="csY2" fmla="*/ 119093 h 10954342"/>
              <a:gd name="csX3" fmla="*/ 2188239 w 2188239"/>
              <a:gd name="csY3" fmla="*/ 5558629 h 10954342"/>
              <a:gd name="csX4" fmla="*/ 922130 w 2188239"/>
              <a:gd name="csY4" fmla="*/ 10558868 h 10954342"/>
              <a:gd name="csX5" fmla="*/ 694738 w 2188239"/>
              <a:gd name="csY5" fmla="*/ 10954342 h 10954342"/>
              <a:gd name="csX6" fmla="*/ 66457 w 2188239"/>
              <a:gd name="csY6" fmla="*/ 10954342 h 10954342"/>
              <a:gd name="csX7" fmla="*/ 233952 w 2188239"/>
              <a:gd name="csY7" fmla="*/ 10693075 h 10954342"/>
              <a:gd name="csX8" fmla="*/ 1675743 w 2188239"/>
              <a:gd name="csY8" fmla="*/ 5529003 h 10954342"/>
              <a:gd name="csX9" fmla="*/ 233952 w 2188239"/>
              <a:gd name="csY9" fmla="*/ 364931 h 10954342"/>
              <a:gd name="csX10" fmla="*/ 0 w 2188239"/>
              <a:gd name="csY10" fmla="*/ 0 h 10954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88239" h="10954342">
                <a:moveTo>
                  <a:pt x="0" y="0"/>
                </a:moveTo>
                <a:lnTo>
                  <a:pt x="593191" y="0"/>
                </a:lnTo>
                <a:lnTo>
                  <a:pt x="669540" y="119093"/>
                </a:lnTo>
                <a:cubicBezTo>
                  <a:pt x="1633268" y="1705175"/>
                  <a:pt x="2188239" y="3567092"/>
                  <a:pt x="2188239" y="5558629"/>
                </a:cubicBezTo>
                <a:cubicBezTo>
                  <a:pt x="2188239" y="7369117"/>
                  <a:pt x="1729585" y="9072481"/>
                  <a:pt x="922130" y="10558868"/>
                </a:cubicBezTo>
                <a:lnTo>
                  <a:pt x="694738" y="10954342"/>
                </a:lnTo>
                <a:lnTo>
                  <a:pt x="66457" y="10954342"/>
                </a:lnTo>
                <a:lnTo>
                  <a:pt x="233952" y="10693075"/>
                </a:lnTo>
                <a:cubicBezTo>
                  <a:pt x="1148876" y="9187314"/>
                  <a:pt x="1675743" y="7419687"/>
                  <a:pt x="1675743" y="5529003"/>
                </a:cubicBezTo>
                <a:cubicBezTo>
                  <a:pt x="1675743" y="3638320"/>
                  <a:pt x="1148876" y="1870692"/>
                  <a:pt x="233952" y="364931"/>
                </a:cubicBez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64AD337-0B6F-A036-EF55-AE77D80E7540}"/>
              </a:ext>
            </a:extLst>
          </p:cNvPr>
          <p:cNvSpPr/>
          <p:nvPr userDrawn="1"/>
        </p:nvSpPr>
        <p:spPr>
          <a:xfrm>
            <a:off x="10981073" y="5906158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1E267B0-BC48-88D0-2276-EE53C0ECF838}"/>
              </a:ext>
            </a:extLst>
          </p:cNvPr>
          <p:cNvSpPr/>
          <p:nvPr userDrawn="1"/>
        </p:nvSpPr>
        <p:spPr>
          <a:xfrm flipV="1">
            <a:off x="11050644" y="560504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D7A390FC-7B27-B35C-25E9-9B661D8313A5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C4AC3739-A79E-5E1F-8DB4-A2269749028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276D93C-BDA1-EA4B-36B6-C7E5B9D73ED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7B2E6FF-9B0E-C090-C8A4-4535C94775CC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C6183592-4A97-4078-9E34-76A2A2980FF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25DA357-EB3C-60F2-438A-E119B587752A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108D52B6-5559-FC8C-7950-E898C9146653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24" name="TextBox 32">
            <a:extLst>
              <a:ext uri="{FF2B5EF4-FFF2-40B4-BE49-F238E27FC236}">
                <a16:creationId xmlns:a16="http://schemas.microsoft.com/office/drawing/2014/main" id="{59BE67ED-E432-EF2B-ED20-9AE7F9B20713}"/>
              </a:ext>
            </a:extLst>
          </p:cNvPr>
          <p:cNvSpPr txBox="1"/>
          <p:nvPr userDrawn="1"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303538A-FA34-DDB1-C654-3B01020E8E14}"/>
              </a:ext>
            </a:extLst>
          </p:cNvPr>
          <p:cNvGrpSpPr/>
          <p:nvPr userDrawn="1"/>
        </p:nvGrpSpPr>
        <p:grpSpPr>
          <a:xfrm rot="10800000">
            <a:off x="103292" y="6103720"/>
            <a:ext cx="438142" cy="563672"/>
            <a:chOff x="11626240" y="302712"/>
            <a:chExt cx="601249" cy="563672"/>
          </a:xfrm>
        </p:grpSpPr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078D99DA-0B97-CE00-ADF8-1BCE0A4B8426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A45C6BEC-9609-37F1-FBB1-641F951E8322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E22D0088-7033-A6E5-F37C-08A3B75EBF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84B49BDA-772D-F5CB-0E77-902D2F85B153}"/>
              </a:ext>
            </a:extLst>
          </p:cNvPr>
          <p:cNvSpPr txBox="1"/>
          <p:nvPr userDrawn="1"/>
        </p:nvSpPr>
        <p:spPr>
          <a:xfrm>
            <a:off x="3022769" y="195092"/>
            <a:ext cx="29482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b="1" spc="60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PLANETS: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C8BC866-B0C5-59AD-98FB-60060A6C3AF4}"/>
              </a:ext>
            </a:extLst>
          </p:cNvPr>
          <p:cNvSpPr txBox="1"/>
          <p:nvPr userDrawn="1"/>
        </p:nvSpPr>
        <p:spPr>
          <a:xfrm>
            <a:off x="5857524" y="186101"/>
            <a:ext cx="610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Transforming </a:t>
            </a:r>
            <a:r>
              <a:rPr lang="en-GB" sz="1000" i="1" err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today,shaping</a:t>
            </a:r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 tomorrow with purpose &amp; excellence</a:t>
            </a:r>
            <a:endParaRPr lang="en-GB" sz="1000" i="1">
              <a:solidFill>
                <a:schemeClr val="tx1">
                  <a:lumMod val="50000"/>
                  <a:lumOff val="50000"/>
                </a:schemeClr>
              </a:solidFill>
              <a:latin typeface="IBM Plex Sans Light" panose="020B0403050203000203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08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B043BF66-2444-E60D-7B3B-24680BCE6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76" t="58461" r="25923"/>
          <a:stretch>
            <a:fillRect/>
          </a:stretch>
        </p:blipFill>
        <p:spPr>
          <a:xfrm>
            <a:off x="10614847" y="-1"/>
            <a:ext cx="1579473" cy="1564538"/>
          </a:xfrm>
          <a:prstGeom prst="rect">
            <a:avLst/>
          </a:prstGeom>
        </p:spPr>
      </p:pic>
      <p:pic>
        <p:nvPicPr>
          <p:cNvPr id="3" name="Image 2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54265F19-57FF-C444-C05A-3679F3003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2199" t="58461"/>
          <a:stretch>
            <a:fillRect/>
          </a:stretch>
        </p:blipFill>
        <p:spPr>
          <a:xfrm>
            <a:off x="-832" y="-1"/>
            <a:ext cx="1577984" cy="1563062"/>
          </a:xfrm>
          <a:prstGeom prst="rect">
            <a:avLst/>
          </a:prstGeom>
        </p:spPr>
      </p:pic>
      <p:sp>
        <p:nvSpPr>
          <p:cNvPr id="6" name="Forme libre 5">
            <a:extLst>
              <a:ext uri="{FF2B5EF4-FFF2-40B4-BE49-F238E27FC236}">
                <a16:creationId xmlns:a16="http://schemas.microsoft.com/office/drawing/2014/main" id="{F3A7A8BD-B47E-2A53-191D-2B975257482D}"/>
              </a:ext>
            </a:extLst>
          </p:cNvPr>
          <p:cNvSpPr/>
          <p:nvPr userDrawn="1"/>
        </p:nvSpPr>
        <p:spPr>
          <a:xfrm>
            <a:off x="10596902" y="-693617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7FD205C4-54F3-7E11-0EF3-B8EC4E12E107}"/>
              </a:ext>
            </a:extLst>
          </p:cNvPr>
          <p:cNvSpPr/>
          <p:nvPr userDrawn="1"/>
        </p:nvSpPr>
        <p:spPr>
          <a:xfrm rot="10800000">
            <a:off x="-580288" y="-717991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32ADE-A5D7-8C4A-082C-B3ED050E8ACD}"/>
              </a:ext>
            </a:extLst>
          </p:cNvPr>
          <p:cNvSpPr/>
          <p:nvPr userDrawn="1"/>
        </p:nvSpPr>
        <p:spPr>
          <a:xfrm>
            <a:off x="1209368" y="-6813"/>
            <a:ext cx="9778180" cy="6864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69A9F39-CD02-9D69-D022-B1D3AB5A05EC}"/>
              </a:ext>
            </a:extLst>
          </p:cNvPr>
          <p:cNvSpPr/>
          <p:nvPr userDrawn="1"/>
        </p:nvSpPr>
        <p:spPr>
          <a:xfrm>
            <a:off x="3709753" y="-1170371"/>
            <a:ext cx="8822238" cy="8822238"/>
          </a:xfrm>
          <a:prstGeom prst="arc">
            <a:avLst>
              <a:gd name="adj1" fmla="val 16200000"/>
              <a:gd name="adj2" fmla="val 21050133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CBB535A-3CC7-EC9F-EBBD-0FE7BAA3AF59}"/>
              </a:ext>
            </a:extLst>
          </p:cNvPr>
          <p:cNvGrpSpPr/>
          <p:nvPr userDrawn="1"/>
        </p:nvGrpSpPr>
        <p:grpSpPr>
          <a:xfrm rot="5400000">
            <a:off x="11637002" y="6237877"/>
            <a:ext cx="438142" cy="563672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24490AD4-3108-207B-39AB-802C7B6E41D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B1741D0-E701-6AEA-8E7A-FD1E384E6F5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3178351-432D-2184-3E20-9E80C4E1ED25}"/>
              </a:ext>
            </a:extLst>
          </p:cNvPr>
          <p:cNvSpPr/>
          <p:nvPr userDrawn="1"/>
        </p:nvSpPr>
        <p:spPr>
          <a:xfrm>
            <a:off x="0" y="5449330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C79A2D-5DEB-A9A5-FE7A-57CE036845A7}"/>
              </a:ext>
            </a:extLst>
          </p:cNvPr>
          <p:cNvSpPr/>
          <p:nvPr userDrawn="1"/>
        </p:nvSpPr>
        <p:spPr>
          <a:xfrm>
            <a:off x="11214072" y="5442428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DE3316-BF8D-E409-320C-915B4DD3350A}"/>
              </a:ext>
            </a:extLst>
          </p:cNvPr>
          <p:cNvGrpSpPr/>
          <p:nvPr userDrawn="1"/>
        </p:nvGrpSpPr>
        <p:grpSpPr>
          <a:xfrm rot="10800000">
            <a:off x="103292" y="6218022"/>
            <a:ext cx="438142" cy="563672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70C48A0-6A78-2FAE-2F52-E023F607E39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8894EF52-5858-BEAB-381C-699B46CAFB26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844363F-202E-0B46-1C33-2B0BEEA1FADE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9A6C32B7-1B7C-75AB-21E2-5BB0D37758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32">
            <a:extLst>
              <a:ext uri="{FF2B5EF4-FFF2-40B4-BE49-F238E27FC236}">
                <a16:creationId xmlns:a16="http://schemas.microsoft.com/office/drawing/2014/main" id="{DB38C4B3-4FDE-FF54-F4F0-0451A6553730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C2F54-3657-3F4C-4EB4-2B10839E2BD7}"/>
              </a:ext>
            </a:extLst>
          </p:cNvPr>
          <p:cNvSpPr/>
          <p:nvPr userDrawn="1"/>
        </p:nvSpPr>
        <p:spPr>
          <a:xfrm>
            <a:off x="-966647" y="-1185863"/>
            <a:ext cx="1412150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C1DC0-9F39-A61B-5D6B-C68CE3947286}"/>
              </a:ext>
            </a:extLst>
          </p:cNvPr>
          <p:cNvSpPr/>
          <p:nvPr userDrawn="1"/>
        </p:nvSpPr>
        <p:spPr>
          <a:xfrm>
            <a:off x="-157163" y="6864902"/>
            <a:ext cx="1331201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D466C-FF79-C528-3490-534F1CA1C997}"/>
              </a:ext>
            </a:extLst>
          </p:cNvPr>
          <p:cNvSpPr/>
          <p:nvPr userDrawn="1"/>
        </p:nvSpPr>
        <p:spPr>
          <a:xfrm>
            <a:off x="-966647" y="-717991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AB6C6-F639-ADC5-CDB0-44AD60009D60}"/>
              </a:ext>
            </a:extLst>
          </p:cNvPr>
          <p:cNvSpPr/>
          <p:nvPr userDrawn="1"/>
        </p:nvSpPr>
        <p:spPr>
          <a:xfrm>
            <a:off x="12188211" y="-934455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D3AC259-C7B8-1B45-7D34-E2E396CF0C49}"/>
              </a:ext>
            </a:extLst>
          </p:cNvPr>
          <p:cNvSpPr/>
          <p:nvPr userDrawn="1"/>
        </p:nvSpPr>
        <p:spPr>
          <a:xfrm>
            <a:off x="-395136" y="-1153898"/>
            <a:ext cx="8822238" cy="8822238"/>
          </a:xfrm>
          <a:prstGeom prst="arc">
            <a:avLst>
              <a:gd name="adj1" fmla="val 12240848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559B032-FF5C-C207-84B5-C6087B828921}"/>
              </a:ext>
            </a:extLst>
          </p:cNvPr>
          <p:cNvSpPr/>
          <p:nvPr userDrawn="1"/>
        </p:nvSpPr>
        <p:spPr>
          <a:xfrm flipV="1">
            <a:off x="501728" y="463464"/>
            <a:ext cx="99208" cy="9920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F144DD7-1FAA-8CC2-12F4-94937DF3D70B}"/>
              </a:ext>
            </a:extLst>
          </p:cNvPr>
          <p:cNvSpPr/>
          <p:nvPr userDrawn="1"/>
        </p:nvSpPr>
        <p:spPr>
          <a:xfrm>
            <a:off x="11513030" y="467270"/>
            <a:ext cx="177242" cy="17724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327A7F2A-ABF7-092F-CDE3-414ED6CAB06F}"/>
              </a:ext>
            </a:extLst>
          </p:cNvPr>
          <p:cNvSpPr/>
          <p:nvPr userDrawn="1"/>
        </p:nvSpPr>
        <p:spPr>
          <a:xfrm>
            <a:off x="72534" y="-1153898"/>
            <a:ext cx="8822238" cy="8822238"/>
          </a:xfrm>
          <a:prstGeom prst="arc">
            <a:avLst>
              <a:gd name="adj1" fmla="val 12951161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C7A0A71-4F51-179C-5F97-297476BC1940}"/>
              </a:ext>
            </a:extLst>
          </p:cNvPr>
          <p:cNvSpPr/>
          <p:nvPr userDrawn="1"/>
        </p:nvSpPr>
        <p:spPr>
          <a:xfrm flipV="1">
            <a:off x="969398" y="463464"/>
            <a:ext cx="99208" cy="99208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06B4B0-D788-2683-AF00-8CFDD430878A}"/>
              </a:ext>
            </a:extLst>
          </p:cNvPr>
          <p:cNvSpPr/>
          <p:nvPr userDrawn="1"/>
        </p:nvSpPr>
        <p:spPr>
          <a:xfrm>
            <a:off x="12425757" y="-6813"/>
            <a:ext cx="1040524" cy="1530813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1153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1D673A-DB69-F4CC-B45C-FC49B831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A57DB5-3ED8-AD7D-7D66-B07C7789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46900C-8B3A-D8AC-2620-C2CC41AF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069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microsoft.com/office/2007/relationships/hdphoto" Target="../media/hdphoto1.wdp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A42D5D-6AAC-A7D3-8F66-19442CC9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81A44-7A3D-8F6A-1E92-6C99418C4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CCE85D-0C6E-BD5E-780D-6649A7204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95614-ADC3-1DA9-F266-A592AF992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F80872-8E8C-27C3-6FCB-351816E3C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E92A9F05-3052-FE7A-A424-5E732B7A8511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313AC456-DED9-778A-84A8-E44155A5A04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542E2793-10EB-8CA2-2E6C-2553A551DE8C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1423ACF-48D3-212D-C724-92175328DFE3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4F6E1A9-C860-FFB9-4322-0AA4F6A417EB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8271F1F8-EF4C-D880-2A7E-9D35752C18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8A1ED50-A309-A886-C8FB-5F4FA339D95F}"/>
              </a:ext>
            </a:extLst>
          </p:cNvPr>
          <p:cNvGrpSpPr/>
          <p:nvPr userDrawn="1"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79BC6EF-66C0-A36E-BE38-929D6EAE210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3FDEB65B-95C5-D184-220D-7DE78E9C110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6E5F272-5A6F-2E5C-4544-C05EC172398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131A8D4-AED5-49ED-F3EF-4400CA16FEDE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3CC4DAD5-C44A-4D78-4B7C-C11943BDD44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7DAB484-400E-08DD-4F51-49CAFFF2C921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AD6D487E-44DC-0818-790D-F2DEB86C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BD0C55A3-6973-EACF-5CF0-92DA6361C4B9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8AEC235-6350-BC91-13A1-3487DB80791E}"/>
              </a:ext>
            </a:extLst>
          </p:cNvPr>
          <p:cNvGrpSpPr/>
          <p:nvPr userDrawn="1"/>
        </p:nvGrpSpPr>
        <p:grpSpPr>
          <a:xfrm>
            <a:off x="12378859" y="23240"/>
            <a:ext cx="681108" cy="1991293"/>
            <a:chOff x="12378858" y="23240"/>
            <a:chExt cx="1361543" cy="3980618"/>
          </a:xfrm>
        </p:grpSpPr>
        <p:pic>
          <p:nvPicPr>
            <p:cNvPr id="22" name="Image 21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DEFAC51A-30C8-1502-E655-6071C1FD27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r="78167" b="11163"/>
            <a:stretch>
              <a:fillRect/>
            </a:stretch>
          </p:blipFill>
          <p:spPr>
            <a:xfrm>
              <a:off x="12378858" y="23240"/>
              <a:ext cx="1361542" cy="832992"/>
            </a:xfrm>
            <a:prstGeom prst="rect">
              <a:avLst/>
            </a:prstGeom>
          </p:spPr>
        </p:pic>
        <p:pic>
          <p:nvPicPr>
            <p:cNvPr id="23" name="Image 22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0B8C7D43-C450-6FF5-6EE6-B34109CA8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45378" r="32790" b="11163"/>
            <a:stretch>
              <a:fillRect/>
            </a:stretch>
          </p:blipFill>
          <p:spPr>
            <a:xfrm>
              <a:off x="12378858" y="1690688"/>
              <a:ext cx="1361543" cy="832992"/>
            </a:xfrm>
            <a:prstGeom prst="rect">
              <a:avLst/>
            </a:prstGeom>
          </p:spPr>
        </p:pic>
        <p:pic>
          <p:nvPicPr>
            <p:cNvPr id="24" name="Image 23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58825E4F-FFD7-E4F2-6FE1-35C4C16F6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74430" r="3961" b="11163"/>
            <a:stretch>
              <a:fillRect/>
            </a:stretch>
          </p:blipFill>
          <p:spPr>
            <a:xfrm>
              <a:off x="12378858" y="2522216"/>
              <a:ext cx="1347693" cy="832992"/>
            </a:xfrm>
            <a:prstGeom prst="rect">
              <a:avLst/>
            </a:prstGeom>
          </p:spPr>
        </p:pic>
        <p:pic>
          <p:nvPicPr>
            <p:cNvPr id="25" name="Image 24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8F7D7C83-71DF-0061-2CB8-C4BC224018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21832" r="56335" b="11163"/>
            <a:stretch>
              <a:fillRect/>
            </a:stretch>
          </p:blipFill>
          <p:spPr>
            <a:xfrm>
              <a:off x="12378858" y="856232"/>
              <a:ext cx="1361542" cy="832992"/>
            </a:xfrm>
            <a:prstGeom prst="rect">
              <a:avLst/>
            </a:prstGeom>
          </p:spPr>
        </p:pic>
        <p:pic>
          <p:nvPicPr>
            <p:cNvPr id="26" name="Image 25" descr="Une image contenant orange, pêche&#10;&#10;Le contenu généré par l’IA peut être incorrect.">
              <a:extLst>
                <a:ext uri="{FF2B5EF4-FFF2-40B4-BE49-F238E27FC236}">
                  <a16:creationId xmlns:a16="http://schemas.microsoft.com/office/drawing/2014/main" id="{393013A8-5747-268C-4986-FAA56F1E0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12378858" y="3345261"/>
              <a:ext cx="1333938" cy="658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58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0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Relationship Id="rId8" Type="http://schemas.openxmlformats.org/officeDocument/2006/relationships/image" Target="../media/image11.sv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Relationship Id="rId1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image" Target="../media/image18.sv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104E67-5771-2D5D-A4A6-4F334D96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167" b="11163"/>
          <a:stretch>
            <a:fillRect/>
          </a:stretch>
        </p:blipFill>
        <p:spPr>
          <a:xfrm>
            <a:off x="610787" y="1599459"/>
            <a:ext cx="1361542" cy="83299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C997FC9-EE91-26F5-0D69-68C5AF47448E}"/>
              </a:ext>
            </a:extLst>
          </p:cNvPr>
          <p:cNvSpPr txBox="1"/>
          <p:nvPr/>
        </p:nvSpPr>
        <p:spPr>
          <a:xfrm>
            <a:off x="543964" y="1256718"/>
            <a:ext cx="18405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COLOR PALETTE </a:t>
            </a:r>
          </a:p>
        </p:txBody>
      </p: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BB4D40FC-AB5A-BBA3-2B10-F32EC7C75B99}"/>
              </a:ext>
            </a:extLst>
          </p:cNvPr>
          <p:cNvGrpSpPr/>
          <p:nvPr/>
        </p:nvGrpSpPr>
        <p:grpSpPr>
          <a:xfrm>
            <a:off x="543964" y="6055737"/>
            <a:ext cx="737223" cy="198661"/>
            <a:chOff x="716639" y="2403051"/>
            <a:chExt cx="737223" cy="19866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7F2DAF-1B3A-46E1-CF2B-E9E057AA7503}"/>
                </a:ext>
              </a:extLst>
            </p:cNvPr>
            <p:cNvSpPr/>
            <p:nvPr/>
          </p:nvSpPr>
          <p:spPr>
            <a:xfrm>
              <a:off x="716639" y="2403051"/>
              <a:ext cx="200012" cy="19866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5BFE82-F712-10F6-9303-40677B1A0DF5}"/>
                </a:ext>
              </a:extLst>
            </p:cNvPr>
            <p:cNvSpPr/>
            <p:nvPr/>
          </p:nvSpPr>
          <p:spPr>
            <a:xfrm>
              <a:off x="1253850" y="2403051"/>
              <a:ext cx="200012" cy="198661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90B193-BD4B-8B6E-61F1-C98D53842B72}"/>
                </a:ext>
              </a:extLst>
            </p:cNvPr>
            <p:cNvSpPr/>
            <p:nvPr/>
          </p:nvSpPr>
          <p:spPr>
            <a:xfrm>
              <a:off x="985244" y="2403051"/>
              <a:ext cx="200012" cy="198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64F052DC-7743-023D-DC21-4AD0AE029353}"/>
              </a:ext>
            </a:extLst>
          </p:cNvPr>
          <p:cNvSpPr txBox="1"/>
          <p:nvPr/>
        </p:nvSpPr>
        <p:spPr>
          <a:xfrm>
            <a:off x="4971308" y="27368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4135C4"/>
                </a:solidFill>
                <a:latin typeface="IBM Plex Sans" panose="020B0503050203000203" pitchFamily="34" charset="0"/>
              </a:rPr>
              <a:t>Hello IBM team !</a:t>
            </a:r>
          </a:p>
        </p:txBody>
      </p:sp>
      <p:pic>
        <p:nvPicPr>
          <p:cNvPr id="32" name="Graphique 31" descr="Signe de la main avec un remplissage uni">
            <a:extLst>
              <a:ext uri="{FF2B5EF4-FFF2-40B4-BE49-F238E27FC236}">
                <a16:creationId xmlns:a16="http://schemas.microsoft.com/office/drawing/2014/main" id="{8A533106-8BB5-A418-AD94-33D9EA36E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99014" y="264541"/>
            <a:ext cx="471427" cy="37847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F206B67-2F5E-6ECC-73A8-18E95DDB59A1}"/>
              </a:ext>
            </a:extLst>
          </p:cNvPr>
          <p:cNvSpPr txBox="1"/>
          <p:nvPr/>
        </p:nvSpPr>
        <p:spPr>
          <a:xfrm>
            <a:off x="4035511" y="589646"/>
            <a:ext cx="376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>
                <a:solidFill>
                  <a:prstClr val="black"/>
                </a:solidFill>
                <a:latin typeface="IBM Plex Sans" panose="020B0503050203000203" pitchFamily="34" charset="0"/>
              </a:rPr>
              <a:t>Here are guidelines to help you use the document and bring harmony to our proposal.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22922395-1BC6-456D-F0F6-665FF4D0B579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1AF88F63-4EC6-DE01-DEC0-A97AC1968FBA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4C3F3ECE-CFFF-9DFD-0AFF-F923555B668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C46400F2-E295-6B8E-9D0F-49B143389683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D05E520A-D4D0-194E-4809-AA03C650AB68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8B521B0A-43B0-07F7-7A6D-69F8512741B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A60BBD75-F74B-C526-9F81-4790BC897B44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525073BC-EB40-7700-3610-66E8100F8B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79">
              <a:extLst>
                <a:ext uri="{FF2B5EF4-FFF2-40B4-BE49-F238E27FC236}">
                  <a16:creationId xmlns:a16="http://schemas.microsoft.com/office/drawing/2014/main" id="{32ADD37A-D37E-ABE1-AAB1-475D256E76B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49150E3B-A456-CD54-6DE0-AA29D2E68426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E2B37E60-1D48-DBE5-F59C-31EEFC06CE7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C1BC6532-4BC2-9331-7BFA-CEA91A66CB8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Image 102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6B38F5-4132-E9D8-E676-95DAAC42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78" r="32790" b="11163"/>
          <a:stretch>
            <a:fillRect/>
          </a:stretch>
        </p:blipFill>
        <p:spPr>
          <a:xfrm>
            <a:off x="610787" y="3266907"/>
            <a:ext cx="1361543" cy="832992"/>
          </a:xfrm>
          <a:prstGeom prst="rect">
            <a:avLst/>
          </a:prstGeom>
        </p:spPr>
      </p:pic>
      <p:pic>
        <p:nvPicPr>
          <p:cNvPr id="104" name="Image 10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6E08737-B5E0-A5A0-6265-FD8F8054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30" r="3961" b="11163"/>
          <a:stretch>
            <a:fillRect/>
          </a:stretch>
        </p:blipFill>
        <p:spPr>
          <a:xfrm>
            <a:off x="610787" y="4100630"/>
            <a:ext cx="1347693" cy="832992"/>
          </a:xfrm>
          <a:prstGeom prst="rect">
            <a:avLst/>
          </a:prstGeom>
        </p:spPr>
      </p:pic>
      <p:pic>
        <p:nvPicPr>
          <p:cNvPr id="121" name="Image 120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C8FFA6-DC60-B51F-9A65-94112716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2" r="56335" b="11163"/>
          <a:stretch>
            <a:fillRect/>
          </a:stretch>
        </p:blipFill>
        <p:spPr>
          <a:xfrm>
            <a:off x="610787" y="2432451"/>
            <a:ext cx="1361542" cy="832992"/>
          </a:xfrm>
          <a:prstGeom prst="rect">
            <a:avLst/>
          </a:prstGeom>
        </p:spPr>
      </p:pic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63C46-9545-D078-C640-BB30E047BF42}"/>
              </a:ext>
            </a:extLst>
          </p:cNvPr>
          <p:cNvSpPr/>
          <p:nvPr/>
        </p:nvSpPr>
        <p:spPr>
          <a:xfrm>
            <a:off x="2701067" y="2987158"/>
            <a:ext cx="3406703" cy="1117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629C161-0BB4-11DA-218F-2F1A066E4726}"/>
              </a:ext>
            </a:extLst>
          </p:cNvPr>
          <p:cNvSpPr txBox="1"/>
          <p:nvPr/>
        </p:nvSpPr>
        <p:spPr>
          <a:xfrm>
            <a:off x="4382623" y="2526008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IBM’s font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3F65013-9A0B-1189-347A-4D208D0F98E7}"/>
              </a:ext>
            </a:extLst>
          </p:cNvPr>
          <p:cNvSpPr/>
          <p:nvPr/>
        </p:nvSpPr>
        <p:spPr>
          <a:xfrm>
            <a:off x="3924811" y="1526325"/>
            <a:ext cx="1657800" cy="964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684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F2971CB9-693B-0288-90FD-6AA49E8C890C}"/>
              </a:ext>
            </a:extLst>
          </p:cNvPr>
          <p:cNvSpPr txBox="1"/>
          <p:nvPr/>
        </p:nvSpPr>
        <p:spPr>
          <a:xfrm>
            <a:off x="2701067" y="1264715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FONT</a:t>
            </a:r>
          </a:p>
        </p:txBody>
      </p:sp>
      <p:pic>
        <p:nvPicPr>
          <p:cNvPr id="126" name="Image 125" descr="Une image contenant Polic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2AF2E28C-EA20-D425-91AB-139D622F9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889" y="1548902"/>
            <a:ext cx="1156922" cy="941463"/>
          </a:xfrm>
          <a:prstGeom prst="rect">
            <a:avLst/>
          </a:prstGeom>
        </p:spPr>
      </p:pic>
      <p:sp>
        <p:nvSpPr>
          <p:cNvPr id="127" name="ZoneTexte 126">
            <a:extLst>
              <a:ext uri="{FF2B5EF4-FFF2-40B4-BE49-F238E27FC236}">
                <a16:creationId xmlns:a16="http://schemas.microsoft.com/office/drawing/2014/main" id="{A4C906AD-B9BD-3673-FF90-5D65F8485312}"/>
              </a:ext>
            </a:extLst>
          </p:cNvPr>
          <p:cNvSpPr txBox="1"/>
          <p:nvPr/>
        </p:nvSpPr>
        <p:spPr>
          <a:xfrm>
            <a:off x="4009267" y="1587490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IBM plex sans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86FE037-2162-2199-EAFD-A25D1DB5EDA8}"/>
              </a:ext>
            </a:extLst>
          </p:cNvPr>
          <p:cNvSpPr txBox="1"/>
          <p:nvPr/>
        </p:nvSpPr>
        <p:spPr>
          <a:xfrm>
            <a:off x="3983141" y="1941179"/>
            <a:ext cx="154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erif Medm" panose="020605030504060002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IBM plex serif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CB072FC-9EDF-55EA-6F99-93FE9C4B01ED}"/>
              </a:ext>
            </a:extLst>
          </p:cNvPr>
          <p:cNvSpPr txBox="1"/>
          <p:nvPr/>
        </p:nvSpPr>
        <p:spPr>
          <a:xfrm>
            <a:off x="2674197" y="2490365"/>
            <a:ext cx="1175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Givaudan’s font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9B6634A-873B-FDE9-BCC2-9E4E912D87A1}"/>
              </a:ext>
            </a:extLst>
          </p:cNvPr>
          <p:cNvSpPr txBox="1"/>
          <p:nvPr/>
        </p:nvSpPr>
        <p:spPr>
          <a:xfrm>
            <a:off x="5717070" y="1711072"/>
            <a:ext cx="2442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We use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IBM plex sans and IBM plex serif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to match the Givaudan Sans serif and serif pairing, while keeping the IBM identity. </a:t>
            </a:r>
            <a:endParaRPr lang="en-US" noProof="0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53DCE90-FCE9-794C-EB31-90E0DC4FC6FE}"/>
              </a:ext>
            </a:extLst>
          </p:cNvPr>
          <p:cNvSpPr txBox="1"/>
          <p:nvPr/>
        </p:nvSpPr>
        <p:spPr>
          <a:xfrm>
            <a:off x="2817614" y="3142878"/>
            <a:ext cx="2931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m" panose="020B0503050203000203" pitchFamily="34" charset="0"/>
              </a:rPr>
              <a:t>COST CONTROL AND OPTIMIZATION</a:t>
            </a:r>
            <a:endParaRPr lang="en-US" sz="2000" noProof="0"/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0B719B68-C877-3E15-672F-040FC8F686E4}"/>
              </a:ext>
            </a:extLst>
          </p:cNvPr>
          <p:cNvSpPr txBox="1"/>
          <p:nvPr/>
        </p:nvSpPr>
        <p:spPr>
          <a:xfrm>
            <a:off x="2812669" y="3344167"/>
            <a:ext cx="3127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Governance costs, Supplier managements costs, Operation cost since automation and innovation restrained, No commitment on…</a:t>
            </a:r>
            <a:endParaRPr lang="en-US" noProof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0DD90A4-6512-C144-FD76-9443AE2C0053}"/>
              </a:ext>
            </a:extLst>
          </p:cNvPr>
          <p:cNvSpPr txBox="1"/>
          <p:nvPr/>
        </p:nvSpPr>
        <p:spPr>
          <a:xfrm>
            <a:off x="6170844" y="3075474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Paragraph title format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CA6DBDF1-CC1E-1A4B-CB55-4555BD492027}"/>
              </a:ext>
            </a:extLst>
          </p:cNvPr>
          <p:cNvSpPr txBox="1"/>
          <p:nvPr/>
        </p:nvSpPr>
        <p:spPr>
          <a:xfrm>
            <a:off x="6170844" y="352187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Text format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FCEE6AAD-085E-2E64-3D0E-B376F17291BA}"/>
              </a:ext>
            </a:extLst>
          </p:cNvPr>
          <p:cNvSpPr txBox="1"/>
          <p:nvPr/>
        </p:nvSpPr>
        <p:spPr>
          <a:xfrm>
            <a:off x="6170844" y="3242071"/>
            <a:ext cx="23599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Medium – 11 pts 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7F9C02D-7DA7-1FB7-E2B1-252354B9EFDC}"/>
              </a:ext>
            </a:extLst>
          </p:cNvPr>
          <p:cNvSpPr txBox="1"/>
          <p:nvPr/>
        </p:nvSpPr>
        <p:spPr>
          <a:xfrm>
            <a:off x="6179644" y="3715570"/>
            <a:ext cx="21579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Light – 11 pts  </a:t>
            </a:r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C8F405C7-17D7-F82C-4790-890E5E84D430}"/>
              </a:ext>
            </a:extLst>
          </p:cNvPr>
          <p:cNvGrpSpPr/>
          <p:nvPr/>
        </p:nvGrpSpPr>
        <p:grpSpPr>
          <a:xfrm>
            <a:off x="2674197" y="4182103"/>
            <a:ext cx="5669474" cy="1328642"/>
            <a:chOff x="-7139722" y="4734338"/>
            <a:chExt cx="5669474" cy="1328642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35A3397-32EA-4D4D-71A0-9CDF5F66CD99}"/>
                </a:ext>
              </a:extLst>
            </p:cNvPr>
            <p:cNvSpPr/>
            <p:nvPr/>
          </p:nvSpPr>
          <p:spPr>
            <a:xfrm>
              <a:off x="-7112852" y="4850267"/>
              <a:ext cx="3406703" cy="1212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39" name="ZoneTexte 138">
              <a:extLst>
                <a:ext uri="{FF2B5EF4-FFF2-40B4-BE49-F238E27FC236}">
                  <a16:creationId xmlns:a16="http://schemas.microsoft.com/office/drawing/2014/main" id="{F645F3DC-AD46-57BA-74C1-C035A8EC3908}"/>
                </a:ext>
              </a:extLst>
            </p:cNvPr>
            <p:cNvSpPr txBox="1"/>
            <p:nvPr/>
          </p:nvSpPr>
          <p:spPr>
            <a:xfrm>
              <a:off x="-7139722" y="4734338"/>
              <a:ext cx="3266181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noProof="0">
                <a:latin typeface="IBM Plex Sans Light" panose="020B0403050203000203" pitchFamily="34" charset="0"/>
              </a:endParaRPr>
            </a:p>
            <a:p>
              <a:pPr marL="609586" lvl="1" indent="-17145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Lack of Standardization</a:t>
              </a:r>
              <a: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: </a:t>
              </a:r>
              <a:b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</a:br>
              <a:r>
                <a:rPr lang="en-US" sz="1100" noProof="0">
                  <a:latin typeface="IBM Plex Sans Light" panose="020B0403050203000203" pitchFamily="34" charset="0"/>
                </a:rPr>
                <a:t>Processes, SLAs, tooling, and delivery practices vary significantly across providers, leading to inconsistent service delivery and limited comparability of performance. </a:t>
              </a:r>
            </a:p>
          </p:txBody>
        </p:sp>
        <p:sp>
          <p:nvSpPr>
            <p:cNvPr id="140" name="ZoneTexte 139">
              <a:extLst>
                <a:ext uri="{FF2B5EF4-FFF2-40B4-BE49-F238E27FC236}">
                  <a16:creationId xmlns:a16="http://schemas.microsoft.com/office/drawing/2014/main" id="{8946D9AB-D094-782A-1278-18FDA8D3632D}"/>
                </a:ext>
              </a:extLst>
            </p:cNvPr>
            <p:cNvSpPr txBox="1"/>
            <p:nvPr/>
          </p:nvSpPr>
          <p:spPr>
            <a:xfrm>
              <a:off x="-3594547" y="5074499"/>
              <a:ext cx="1555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Bullet point format</a:t>
              </a:r>
            </a:p>
          </p:txBody>
        </p:sp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457995B0-E2F8-2338-5373-F59258778625}"/>
                </a:ext>
              </a:extLst>
            </p:cNvPr>
            <p:cNvSpPr txBox="1"/>
            <p:nvPr/>
          </p:nvSpPr>
          <p:spPr>
            <a:xfrm>
              <a:off x="-3594547" y="5318123"/>
              <a:ext cx="21242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IBM plex sans – Light – 11 pts </a:t>
              </a:r>
              <a:b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</a:b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With </a:t>
              </a:r>
              <a:r>
                <a:rPr lang="en-US" sz="1100" noProof="0" err="1">
                  <a:solidFill>
                    <a:prstClr val="black"/>
                  </a:solidFill>
                  <a:latin typeface="IBM Plex Sans" panose="020B0503050203000203" pitchFamily="34" charset="0"/>
                </a:rPr>
                <a:t>colours</a:t>
              </a: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 from the palette</a:t>
              </a:r>
            </a:p>
          </p:txBody>
        </p:sp>
      </p:grpSp>
      <p:sp>
        <p:nvSpPr>
          <p:cNvPr id="142" name="ZoneTexte 141">
            <a:extLst>
              <a:ext uri="{FF2B5EF4-FFF2-40B4-BE49-F238E27FC236}">
                <a16:creationId xmlns:a16="http://schemas.microsoft.com/office/drawing/2014/main" id="{1F79BB23-5C5A-52F2-637B-0D3C0FEFFF98}"/>
              </a:ext>
            </a:extLst>
          </p:cNvPr>
          <p:cNvSpPr txBox="1"/>
          <p:nvPr/>
        </p:nvSpPr>
        <p:spPr>
          <a:xfrm>
            <a:off x="9000617" y="1256718"/>
            <a:ext cx="22349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>
                <a:latin typeface="IBM Plex Sans SmBld" panose="020B0503050203000203" pitchFamily="34" charset="0"/>
              </a:rPr>
              <a:t>COPY PASTE ASSETS</a:t>
            </a:r>
            <a:endParaRPr lang="en-US" sz="1100" b="1" spc="300" noProof="0">
              <a:latin typeface="IBM Plex Sans SmBld" panose="020B0503050203000203" pitchFamily="34" charset="0"/>
            </a:endParaRPr>
          </a:p>
        </p:txBody>
      </p: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DD9647EC-F3AF-63CF-6F73-6CC27399FE5F}"/>
              </a:ext>
            </a:extLst>
          </p:cNvPr>
          <p:cNvGrpSpPr/>
          <p:nvPr/>
        </p:nvGrpSpPr>
        <p:grpSpPr>
          <a:xfrm>
            <a:off x="9081412" y="1597467"/>
            <a:ext cx="2414029" cy="1872864"/>
            <a:chOff x="461719" y="8037542"/>
            <a:chExt cx="2414029" cy="1872864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4BF485-27BD-0E0C-63B5-EFA20AFDDF4C}"/>
                </a:ext>
              </a:extLst>
            </p:cNvPr>
            <p:cNvSpPr/>
            <p:nvPr/>
          </p:nvSpPr>
          <p:spPr>
            <a:xfrm>
              <a:off x="461719" y="8037542"/>
              <a:ext cx="2414029" cy="18728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458D9A56-3BAF-D52A-09A4-CBAB8E7C9BA7}"/>
                </a:ext>
              </a:extLst>
            </p:cNvPr>
            <p:cNvSpPr txBox="1"/>
            <p:nvPr/>
          </p:nvSpPr>
          <p:spPr>
            <a:xfrm>
              <a:off x="578266" y="8193262"/>
              <a:ext cx="6658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spc="9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Medm" panose="020B0503050203000203" pitchFamily="34" charset="0"/>
                </a:rPr>
                <a:t>TITLE </a:t>
              </a:r>
              <a:endParaRPr lang="en-US" sz="2000" noProof="0"/>
            </a:p>
          </p:txBody>
        </p: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C83F2FCF-7765-2A96-C6BF-327AAC8CF443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 do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eiusmod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tempor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incididunt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labore et dolore magna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aliqua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. Ut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enim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ad minim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veniam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quis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nostrud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exercitation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ullamco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laboris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nisi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aliquip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ea</a:t>
              </a:r>
              <a:endParaRPr lang="en-US" noProof="0"/>
            </a:p>
          </p:txBody>
        </p:sp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E78D9244-0023-6E6B-BFE3-67FDF3041EC5}"/>
              </a:ext>
            </a:extLst>
          </p:cNvPr>
          <p:cNvGrpSpPr/>
          <p:nvPr/>
        </p:nvGrpSpPr>
        <p:grpSpPr>
          <a:xfrm>
            <a:off x="9077699" y="3571333"/>
            <a:ext cx="2414029" cy="795369"/>
            <a:chOff x="488353" y="8117443"/>
            <a:chExt cx="2414029" cy="795369"/>
          </a:xfrm>
        </p:grpSpPr>
        <p:sp>
          <p:nvSpPr>
            <p:cNvPr id="148" name="Rectangle : coins arrondis 147">
              <a:extLst>
                <a:ext uri="{FF2B5EF4-FFF2-40B4-BE49-F238E27FC236}">
                  <a16:creationId xmlns:a16="http://schemas.microsoft.com/office/drawing/2014/main" id="{0CE4AC97-3BFE-2841-0A5B-33B94E960AEE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4135C4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9" name="ZoneTexte 148">
              <a:extLst>
                <a:ext uri="{FF2B5EF4-FFF2-40B4-BE49-F238E27FC236}">
                  <a16:creationId xmlns:a16="http://schemas.microsoft.com/office/drawing/2014/main" id="{82233646-D0BE-83FF-CF29-6163F69C1378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4135C4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/>
            </a:p>
          </p:txBody>
        </p:sp>
        <p:sp>
          <p:nvSpPr>
            <p:cNvPr id="150" name="ZoneTexte 149">
              <a:extLst>
                <a:ext uri="{FF2B5EF4-FFF2-40B4-BE49-F238E27FC236}">
                  <a16:creationId xmlns:a16="http://schemas.microsoft.com/office/drawing/2014/main" id="{4044E0E6-2BBA-5EF3-BFE7-791FE0AFB6A6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1" name="Groupe 150">
            <a:extLst>
              <a:ext uri="{FF2B5EF4-FFF2-40B4-BE49-F238E27FC236}">
                <a16:creationId xmlns:a16="http://schemas.microsoft.com/office/drawing/2014/main" id="{5E20DABA-5469-54B5-81A2-D55BA86B38D5}"/>
              </a:ext>
            </a:extLst>
          </p:cNvPr>
          <p:cNvGrpSpPr/>
          <p:nvPr/>
        </p:nvGrpSpPr>
        <p:grpSpPr>
          <a:xfrm>
            <a:off x="9074387" y="4456767"/>
            <a:ext cx="2414029" cy="795369"/>
            <a:chOff x="488353" y="8117443"/>
            <a:chExt cx="2414029" cy="795369"/>
          </a:xfrm>
        </p:grpSpPr>
        <p:sp>
          <p:nvSpPr>
            <p:cNvPr id="152" name="Rectangle : coins arrondis 151">
              <a:extLst>
                <a:ext uri="{FF2B5EF4-FFF2-40B4-BE49-F238E27FC236}">
                  <a16:creationId xmlns:a16="http://schemas.microsoft.com/office/drawing/2014/main" id="{77512276-AB9C-9A67-786F-BDCE9DA64F65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74A2FF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solidFill>
                  <a:srgbClr val="74A2FF"/>
                </a:solidFill>
              </a:endParaRPr>
            </a:p>
          </p:txBody>
        </p: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588DB74D-AB3C-9A3E-31CE-2B6BABA05DB9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74A2FF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>
                <a:solidFill>
                  <a:srgbClr val="74A2FF"/>
                </a:solidFill>
              </a:endParaRPr>
            </a:p>
          </p:txBody>
        </p:sp>
        <p:sp>
          <p:nvSpPr>
            <p:cNvPr id="154" name="ZoneTexte 153">
              <a:extLst>
                <a:ext uri="{FF2B5EF4-FFF2-40B4-BE49-F238E27FC236}">
                  <a16:creationId xmlns:a16="http://schemas.microsoft.com/office/drawing/2014/main" id="{CF32D476-2367-1BB6-A416-70361F580E15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88C5834C-A3C3-6AC7-7F85-8067BBDF7B64}"/>
              </a:ext>
            </a:extLst>
          </p:cNvPr>
          <p:cNvGrpSpPr/>
          <p:nvPr/>
        </p:nvGrpSpPr>
        <p:grpSpPr>
          <a:xfrm>
            <a:off x="9000617" y="5356853"/>
            <a:ext cx="787896" cy="787896"/>
            <a:chOff x="5810047" y="8120530"/>
            <a:chExt cx="787896" cy="787896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4652F97C-C841-7036-398C-5B9CDDA97635}"/>
                </a:ext>
              </a:extLst>
            </p:cNvPr>
            <p:cNvSpPr/>
            <p:nvPr/>
          </p:nvSpPr>
          <p:spPr>
            <a:xfrm>
              <a:off x="5810047" y="8120530"/>
              <a:ext cx="787896" cy="787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16338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9AE537C4-AF7C-3AF4-F1B1-E553EEA3CE53}"/>
                </a:ext>
              </a:extLst>
            </p:cNvPr>
            <p:cNvSpPr/>
            <p:nvPr/>
          </p:nvSpPr>
          <p:spPr>
            <a:xfrm>
              <a:off x="5900439" y="8213454"/>
              <a:ext cx="607113" cy="607113"/>
            </a:xfrm>
            <a:prstGeom prst="ellipse">
              <a:avLst/>
            </a:prstGeom>
            <a:noFill/>
            <a:ln w="9525">
              <a:solidFill>
                <a:srgbClr val="74A2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D1569567-43E9-EBC8-799E-14F8DE66D962}"/>
                </a:ext>
              </a:extLst>
            </p:cNvPr>
            <p:cNvSpPr/>
            <p:nvPr/>
          </p:nvSpPr>
          <p:spPr>
            <a:xfrm>
              <a:off x="5845515" y="8505224"/>
              <a:ext cx="126228" cy="126228"/>
            </a:xfrm>
            <a:prstGeom prst="ellipse">
              <a:avLst/>
            </a:prstGeom>
            <a:solidFill>
              <a:srgbClr val="4135C4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9" name="Graphique 158" descr="Terre avec un remplissage uni">
              <a:extLst>
                <a:ext uri="{FF2B5EF4-FFF2-40B4-BE49-F238E27FC236}">
                  <a16:creationId xmlns:a16="http://schemas.microsoft.com/office/drawing/2014/main" id="{2E83565E-7357-AC4B-505E-FFA7A8D49F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8584" y="8255209"/>
              <a:ext cx="535196" cy="535196"/>
            </a:xfrm>
            <a:prstGeom prst="rect">
              <a:avLst/>
            </a:prstGeom>
          </p:spPr>
        </p:pic>
      </p:grpSp>
      <p:pic>
        <p:nvPicPr>
          <p:cNvPr id="160" name="Graphique 159" descr="Globe terrestre : Amériques avec un remplissage uni">
            <a:extLst>
              <a:ext uri="{FF2B5EF4-FFF2-40B4-BE49-F238E27FC236}">
                <a16:creationId xmlns:a16="http://schemas.microsoft.com/office/drawing/2014/main" id="{E91552CB-8DDA-F78A-EF8D-0EA374818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4133" y="5350118"/>
            <a:ext cx="333014" cy="333014"/>
          </a:xfrm>
          <a:prstGeom prst="rect">
            <a:avLst/>
          </a:prstGeom>
        </p:spPr>
      </p:pic>
      <p:pic>
        <p:nvPicPr>
          <p:cNvPr id="161" name="Graphique 160" descr="Jupiter avec un remplissage uni">
            <a:extLst>
              <a:ext uri="{FF2B5EF4-FFF2-40B4-BE49-F238E27FC236}">
                <a16:creationId xmlns:a16="http://schemas.microsoft.com/office/drawing/2014/main" id="{E255D81D-1CD3-14C8-3748-E947B1970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4450" y="5707457"/>
            <a:ext cx="333014" cy="333014"/>
          </a:xfrm>
          <a:prstGeom prst="rect">
            <a:avLst/>
          </a:prstGeom>
        </p:spPr>
      </p:pic>
      <p:pic>
        <p:nvPicPr>
          <p:cNvPr id="162" name="Graphique 161" descr="Mercure avec un remplissage uni">
            <a:extLst>
              <a:ext uri="{FF2B5EF4-FFF2-40B4-BE49-F238E27FC236}">
                <a16:creationId xmlns:a16="http://schemas.microsoft.com/office/drawing/2014/main" id="{24B16C2C-ED26-6349-2FF2-C30C61323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7147" y="5335577"/>
            <a:ext cx="362096" cy="362096"/>
          </a:xfrm>
          <a:prstGeom prst="rect">
            <a:avLst/>
          </a:prstGeom>
        </p:spPr>
      </p:pic>
      <p:pic>
        <p:nvPicPr>
          <p:cNvPr id="163" name="Graphique 162" descr="Saturne avec un remplissage uni">
            <a:extLst>
              <a:ext uri="{FF2B5EF4-FFF2-40B4-BE49-F238E27FC236}">
                <a16:creationId xmlns:a16="http://schemas.microsoft.com/office/drawing/2014/main" id="{CD4E0CA3-807B-104F-A11D-223A09F00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90181" y="5694433"/>
            <a:ext cx="359062" cy="359062"/>
          </a:xfrm>
          <a:prstGeom prst="rect">
            <a:avLst/>
          </a:prstGeom>
        </p:spPr>
      </p:pic>
      <p:pic>
        <p:nvPicPr>
          <p:cNvPr id="164" name="Graphique 163" descr="Terre avec un remplissage uni">
            <a:extLst>
              <a:ext uri="{FF2B5EF4-FFF2-40B4-BE49-F238E27FC236}">
                <a16:creationId xmlns:a16="http://schemas.microsoft.com/office/drawing/2014/main" id="{5C02AC74-0E86-B644-EC62-920C17E9E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41123" y="6063279"/>
            <a:ext cx="359034" cy="359034"/>
          </a:xfrm>
          <a:prstGeom prst="rect">
            <a:avLst/>
          </a:prstGeom>
        </p:spPr>
      </p:pic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2D778FAD-648E-F3B4-E842-2719B4E1B2DB}"/>
              </a:ext>
            </a:extLst>
          </p:cNvPr>
          <p:cNvGrpSpPr/>
          <p:nvPr/>
        </p:nvGrpSpPr>
        <p:grpSpPr>
          <a:xfrm>
            <a:off x="9866190" y="5372666"/>
            <a:ext cx="787896" cy="787896"/>
            <a:chOff x="5795849" y="9001350"/>
            <a:chExt cx="787896" cy="787896"/>
          </a:xfrm>
        </p:grpSpPr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327F786D-7B7A-D1C5-7B79-A1EB59FD9B81}"/>
                </a:ext>
              </a:extLst>
            </p:cNvPr>
            <p:cNvGrpSpPr/>
            <p:nvPr/>
          </p:nvGrpSpPr>
          <p:grpSpPr>
            <a:xfrm>
              <a:off x="5795849" y="9001350"/>
              <a:ext cx="787896" cy="787896"/>
              <a:chOff x="5810047" y="8120530"/>
              <a:chExt cx="787896" cy="787896"/>
            </a:xfrm>
          </p:grpSpPr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53C49D3-C5EE-E462-7405-C96ED8873CC1}"/>
                  </a:ext>
                </a:extLst>
              </p:cNvPr>
              <p:cNvSpPr/>
              <p:nvPr/>
            </p:nvSpPr>
            <p:spPr>
              <a:xfrm>
                <a:off x="5810047" y="8120530"/>
                <a:ext cx="787896" cy="78789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16338" dist="38100" dir="2700000" algn="tl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9F2A8AEF-0192-C438-66EA-E3C17289948F}"/>
                  </a:ext>
                </a:extLst>
              </p:cNvPr>
              <p:cNvSpPr/>
              <p:nvPr/>
            </p:nvSpPr>
            <p:spPr>
              <a:xfrm>
                <a:off x="5900439" y="8213454"/>
                <a:ext cx="607113" cy="607113"/>
              </a:xfrm>
              <a:prstGeom prst="ellipse">
                <a:avLst/>
              </a:prstGeom>
              <a:noFill/>
              <a:ln w="9525">
                <a:solidFill>
                  <a:srgbClr val="E9D8F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8665A4A7-27EC-8B84-136D-F39DFA007840}"/>
                  </a:ext>
                </a:extLst>
              </p:cNvPr>
              <p:cNvSpPr/>
              <p:nvPr/>
            </p:nvSpPr>
            <p:spPr>
              <a:xfrm>
                <a:off x="6451794" y="8357067"/>
                <a:ext cx="72368" cy="72368"/>
              </a:xfrm>
              <a:prstGeom prst="ellipse">
                <a:avLst/>
              </a:prstGeom>
              <a:solidFill>
                <a:srgbClr val="74A2FF"/>
              </a:solidFill>
              <a:ln w="9525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67" name="Graphique 166">
              <a:extLst>
                <a:ext uri="{FF2B5EF4-FFF2-40B4-BE49-F238E27FC236}">
                  <a16:creationId xmlns:a16="http://schemas.microsoft.com/office/drawing/2014/main" id="{B9D99C2F-385A-EFC9-140B-63CDF3E61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01420" y="9210957"/>
              <a:ext cx="393956" cy="393956"/>
            </a:xfrm>
            <a:prstGeom prst="rect">
              <a:avLst/>
            </a:prstGeom>
          </p:spPr>
        </p:pic>
      </p:grpSp>
      <p:pic>
        <p:nvPicPr>
          <p:cNvPr id="174" name="Image 173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93161D65-A00A-708D-5D7A-0A12BE2EB8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787" y="4923675"/>
            <a:ext cx="1333938" cy="6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>
            <a:extLst>
              <a:ext uri="{FF2B5EF4-FFF2-40B4-BE49-F238E27FC236}">
                <a16:creationId xmlns:a16="http://schemas.microsoft.com/office/drawing/2014/main" id="{F2AB2140-B0DB-2A56-F3B5-A2F819C6BAF6}"/>
              </a:ext>
            </a:extLst>
          </p:cNvPr>
          <p:cNvSpPr/>
          <p:nvPr/>
        </p:nvSpPr>
        <p:spPr>
          <a:xfrm rot="5400000">
            <a:off x="2568165" y="-1436207"/>
            <a:ext cx="7099846" cy="9771774"/>
          </a:xfrm>
          <a:custGeom>
            <a:avLst/>
            <a:gdLst>
              <a:gd name="csX0" fmla="*/ 3778840 w 7573445"/>
              <a:gd name="csY0" fmla="*/ 0 h 10423604"/>
              <a:gd name="csX1" fmla="*/ 7464142 w 7573445"/>
              <a:gd name="csY1" fmla="*/ 1526502 h 10423604"/>
              <a:gd name="csX2" fmla="*/ 7573445 w 7573445"/>
              <a:gd name="csY2" fmla="*/ 1641146 h 10423604"/>
              <a:gd name="csX3" fmla="*/ 7573445 w 7573445"/>
              <a:gd name="csY3" fmla="*/ 8782458 h 10423604"/>
              <a:gd name="csX4" fmla="*/ 7464142 w 7573445"/>
              <a:gd name="csY4" fmla="*/ 8897103 h 10423604"/>
              <a:gd name="csX5" fmla="*/ 3778840 w 7573445"/>
              <a:gd name="csY5" fmla="*/ 10423604 h 10423604"/>
              <a:gd name="csX6" fmla="*/ 93538 w 7573445"/>
              <a:gd name="csY6" fmla="*/ 8897103 h 10423604"/>
              <a:gd name="csX7" fmla="*/ 0 w 7573445"/>
              <a:gd name="csY7" fmla="*/ 8798994 h 10423604"/>
              <a:gd name="csX8" fmla="*/ 0 w 7573445"/>
              <a:gd name="csY8" fmla="*/ 1624611 h 10423604"/>
              <a:gd name="csX9" fmla="*/ 93538 w 7573445"/>
              <a:gd name="csY9" fmla="*/ 1526502 h 10423604"/>
              <a:gd name="csX10" fmla="*/ 3778840 w 7573445"/>
              <a:gd name="csY10" fmla="*/ 0 h 104236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73445" h="10423604">
                <a:moveTo>
                  <a:pt x="3778840" y="0"/>
                </a:moveTo>
                <a:cubicBezTo>
                  <a:pt x="5218040" y="0"/>
                  <a:pt x="6520991" y="583351"/>
                  <a:pt x="7464142" y="1526502"/>
                </a:cubicBezTo>
                <a:lnTo>
                  <a:pt x="7573445" y="1641146"/>
                </a:lnTo>
                <a:lnTo>
                  <a:pt x="7573445" y="8782458"/>
                </a:lnTo>
                <a:lnTo>
                  <a:pt x="7464142" y="8897103"/>
                </a:lnTo>
                <a:cubicBezTo>
                  <a:pt x="6520991" y="9840253"/>
                  <a:pt x="5218040" y="10423604"/>
                  <a:pt x="3778840" y="10423604"/>
                </a:cubicBezTo>
                <a:cubicBezTo>
                  <a:pt x="2339640" y="10423604"/>
                  <a:pt x="1036689" y="9840253"/>
                  <a:pt x="93538" y="8897103"/>
                </a:cubicBezTo>
                <a:lnTo>
                  <a:pt x="0" y="8798994"/>
                </a:lnTo>
                <a:lnTo>
                  <a:pt x="0" y="1624611"/>
                </a:lnTo>
                <a:lnTo>
                  <a:pt x="93538" y="1526502"/>
                </a:lnTo>
                <a:cubicBezTo>
                  <a:pt x="1036689" y="583351"/>
                  <a:pt x="2339640" y="0"/>
                  <a:pt x="3778840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3DC0D9C-E501-925A-3F37-D85A72B26540}"/>
              </a:ext>
            </a:extLst>
          </p:cNvPr>
          <p:cNvSpPr/>
          <p:nvPr/>
        </p:nvSpPr>
        <p:spPr>
          <a:xfrm>
            <a:off x="2719178" y="29450"/>
            <a:ext cx="6823334" cy="6823332"/>
          </a:xfrm>
          <a:prstGeom prst="ellipse">
            <a:avLst/>
          </a:pr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B1CECF27-ABE9-0171-78B5-6EDEE060623A}"/>
              </a:ext>
            </a:extLst>
          </p:cNvPr>
          <p:cNvGrpSpPr/>
          <p:nvPr/>
        </p:nvGrpSpPr>
        <p:grpSpPr>
          <a:xfrm>
            <a:off x="4460308" y="1809659"/>
            <a:ext cx="3271384" cy="3238682"/>
            <a:chOff x="7137376" y="2474815"/>
            <a:chExt cx="3271384" cy="3238682"/>
          </a:xfrm>
        </p:grpSpPr>
        <p:pic>
          <p:nvPicPr>
            <p:cNvPr id="6" name="Image 5" descr="Une image contenant étoile, ciel de nuit, espace, galaxie&#10;&#10;Le contenu généré par l’IA peut être incorrect.">
              <a:extLst>
                <a:ext uri="{FF2B5EF4-FFF2-40B4-BE49-F238E27FC236}">
                  <a16:creationId xmlns:a16="http://schemas.microsoft.com/office/drawing/2014/main" id="{6ABC3ADE-C4B6-4473-103F-9AEE400BB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088" r="294"/>
            <a:stretch>
              <a:fillRect/>
            </a:stretch>
          </p:blipFill>
          <p:spPr>
            <a:xfrm>
              <a:off x="7137376" y="2474816"/>
              <a:ext cx="3239761" cy="3238681"/>
            </a:xfrm>
            <a:prstGeom prst="ellipse">
              <a:avLst/>
            </a:prstGeom>
          </p:spPr>
        </p:pic>
        <p:pic>
          <p:nvPicPr>
            <p:cNvPr id="7" name="Image 6" descr="Une image contenant cercle, Graphique, symbole, clipart&#10;&#10;Le contenu généré par l’IA peut être incorrect.">
              <a:extLst>
                <a:ext uri="{FF2B5EF4-FFF2-40B4-BE49-F238E27FC236}">
                  <a16:creationId xmlns:a16="http://schemas.microsoft.com/office/drawing/2014/main" id="{0200E467-91E3-2AAE-871C-408BFB3A9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136"/>
            <a:stretch>
              <a:fillRect/>
            </a:stretch>
          </p:blipFill>
          <p:spPr>
            <a:xfrm>
              <a:off x="7137376" y="2474815"/>
              <a:ext cx="3271384" cy="3238682"/>
            </a:xfrm>
            <a:prstGeom prst="ellipse">
              <a:avLst/>
            </a:prstGeom>
          </p:spPr>
        </p:pic>
      </p:grpSp>
      <p:sp>
        <p:nvSpPr>
          <p:cNvPr id="8" name="TextBox 32">
            <a:extLst>
              <a:ext uri="{FF2B5EF4-FFF2-40B4-BE49-F238E27FC236}">
                <a16:creationId xmlns:a16="http://schemas.microsoft.com/office/drawing/2014/main" id="{31FC9922-CD4D-965E-166E-995267F8B602}"/>
              </a:ext>
            </a:extLst>
          </p:cNvPr>
          <p:cNvSpPr txBox="1"/>
          <p:nvPr/>
        </p:nvSpPr>
        <p:spPr>
          <a:xfrm>
            <a:off x="-7097890" y="9321087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>
                <a:solidFill>
                  <a:schemeClr val="bg1"/>
                </a:solidFill>
              </a:rPr>
              <a:t>© 2025 Givaudan + IBM CONFIDENTIAL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3F21624-1FD8-1AB5-8E3A-DC45392EE395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78C432EA-18B9-89AA-03A8-36B53F0E9BD7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4D0F40D-D305-5F36-BC5A-2BC6FE8A3A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413CF5E-BA00-4E30-751D-11DBA99B53EA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7C07764-E095-99A9-B33D-1E3D729C1E52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2EF097FC-F691-D226-CDB1-6396DBE80C5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5B2B240-A84A-6D23-D41D-C5E7E03E8459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F6E20ECA-08C3-2ECA-FAF6-989C04005530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ED0FA94-DFF1-B005-42C5-DEA581278E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1D931C7-4F95-B8A5-16DB-E4581363A5BB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6AB7319C-595B-63A0-E9AB-D6EBF9C0C0B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2C8F2B7E-8F14-FC1E-F4C0-5913DABF9C6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32">
            <a:extLst>
              <a:ext uri="{FF2B5EF4-FFF2-40B4-BE49-F238E27FC236}">
                <a16:creationId xmlns:a16="http://schemas.microsoft.com/office/drawing/2014/main" id="{415031A5-8DEF-13AA-C9D0-597EBAA0552E}"/>
              </a:ext>
            </a:extLst>
          </p:cNvPr>
          <p:cNvSpPr txBox="1"/>
          <p:nvPr/>
        </p:nvSpPr>
        <p:spPr>
          <a:xfrm>
            <a:off x="3150516" y="6346013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0B5D8F7-FD7C-5F75-C89F-0B8E806A3A6C}"/>
              </a:ext>
            </a:extLst>
          </p:cNvPr>
          <p:cNvSpPr/>
          <p:nvPr/>
        </p:nvSpPr>
        <p:spPr>
          <a:xfrm>
            <a:off x="3008780" y="293120"/>
            <a:ext cx="6202837" cy="6202837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9DAB8A7-D1A8-D068-A920-B3631F13D093}"/>
              </a:ext>
            </a:extLst>
          </p:cNvPr>
          <p:cNvSpPr/>
          <p:nvPr/>
        </p:nvSpPr>
        <p:spPr>
          <a:xfrm>
            <a:off x="2482196" y="-206890"/>
            <a:ext cx="7271782" cy="7271780"/>
          </a:xfrm>
          <a:prstGeom prst="ellipse">
            <a:avLst/>
          </a:pr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1848945-B022-2117-D892-2288CE585651}"/>
              </a:ext>
            </a:extLst>
          </p:cNvPr>
          <p:cNvSpPr/>
          <p:nvPr/>
        </p:nvSpPr>
        <p:spPr>
          <a:xfrm>
            <a:off x="3337816" y="1705255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5617595-A746-7815-CDCC-565264DD1E69}"/>
              </a:ext>
            </a:extLst>
          </p:cNvPr>
          <p:cNvSpPr/>
          <p:nvPr/>
        </p:nvSpPr>
        <p:spPr>
          <a:xfrm>
            <a:off x="8835949" y="1036599"/>
            <a:ext cx="99392" cy="9939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E2E0F16-F902-9871-DD64-D9F852396DDE}"/>
              </a:ext>
            </a:extLst>
          </p:cNvPr>
          <p:cNvSpPr/>
          <p:nvPr/>
        </p:nvSpPr>
        <p:spPr>
          <a:xfrm>
            <a:off x="3576130" y="1958045"/>
            <a:ext cx="87040" cy="8704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FA73134-DE12-57F1-A679-607EF42E7B7D}"/>
              </a:ext>
            </a:extLst>
          </p:cNvPr>
          <p:cNvSpPr/>
          <p:nvPr/>
        </p:nvSpPr>
        <p:spPr>
          <a:xfrm>
            <a:off x="1224070" y="5500207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054B009-39FF-D76E-7132-B099360647AD}"/>
              </a:ext>
            </a:extLst>
          </p:cNvPr>
          <p:cNvSpPr/>
          <p:nvPr/>
        </p:nvSpPr>
        <p:spPr>
          <a:xfrm>
            <a:off x="4080830" y="6386123"/>
            <a:ext cx="179454" cy="17945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7355297-3DFC-D102-83FD-36532E85F834}"/>
              </a:ext>
            </a:extLst>
          </p:cNvPr>
          <p:cNvSpPr/>
          <p:nvPr/>
        </p:nvSpPr>
        <p:spPr>
          <a:xfrm>
            <a:off x="11318372" y="3747168"/>
            <a:ext cx="127573" cy="127573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4E8EBE7-0688-250E-96C9-CDE76B82148D}"/>
              </a:ext>
            </a:extLst>
          </p:cNvPr>
          <p:cNvSpPr/>
          <p:nvPr/>
        </p:nvSpPr>
        <p:spPr>
          <a:xfrm>
            <a:off x="1031051" y="4991992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87EA43A9-72E3-EE96-ADBB-7909A0FDEF93}"/>
              </a:ext>
            </a:extLst>
          </p:cNvPr>
          <p:cNvSpPr/>
          <p:nvPr/>
        </p:nvSpPr>
        <p:spPr>
          <a:xfrm>
            <a:off x="8723305" y="5891514"/>
            <a:ext cx="99392" cy="99392"/>
          </a:xfrm>
          <a:prstGeom prst="ellipse">
            <a:avLst/>
          </a:prstGeom>
          <a:solidFill>
            <a:srgbClr val="E9D8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483BC8C-CDC1-62F5-13E6-ABE975196F6B}"/>
              </a:ext>
            </a:extLst>
          </p:cNvPr>
          <p:cNvSpPr/>
          <p:nvPr/>
        </p:nvSpPr>
        <p:spPr>
          <a:xfrm>
            <a:off x="944663" y="417278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6" name="Forme libre 45">
            <a:extLst>
              <a:ext uri="{FF2B5EF4-FFF2-40B4-BE49-F238E27FC236}">
                <a16:creationId xmlns:a16="http://schemas.microsoft.com/office/drawing/2014/main" id="{D2AEB900-B3FB-7E32-225B-D32314694C81}"/>
              </a:ext>
            </a:extLst>
          </p:cNvPr>
          <p:cNvSpPr/>
          <p:nvPr/>
        </p:nvSpPr>
        <p:spPr>
          <a:xfrm>
            <a:off x="844274" y="-142008"/>
            <a:ext cx="10547626" cy="716053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43" name="Forme libre 42">
            <a:extLst>
              <a:ext uri="{FF2B5EF4-FFF2-40B4-BE49-F238E27FC236}">
                <a16:creationId xmlns:a16="http://schemas.microsoft.com/office/drawing/2014/main" id="{D470E037-F2BB-332E-4C1B-CFE0A16C1E0F}"/>
              </a:ext>
            </a:extLst>
          </p:cNvPr>
          <p:cNvSpPr/>
          <p:nvPr/>
        </p:nvSpPr>
        <p:spPr>
          <a:xfrm>
            <a:off x="195052" y="-142008"/>
            <a:ext cx="11846070" cy="7122689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5903B2AF-3443-08C1-84E9-8D147B81B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9142" y="3711838"/>
            <a:ext cx="1096164" cy="198232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560FB1B-1221-B6EC-D12A-B3D498C4BC8F}"/>
              </a:ext>
            </a:extLst>
          </p:cNvPr>
          <p:cNvSpPr txBox="1">
            <a:spLocks/>
          </p:cNvSpPr>
          <p:nvPr/>
        </p:nvSpPr>
        <p:spPr>
          <a:xfrm>
            <a:off x="1683309" y="9405266"/>
            <a:ext cx="4193056" cy="79342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85071" rIns="170142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algn="ctr" hangingPunct="0">
              <a:spcAft>
                <a:spcPts val="372"/>
              </a:spcAft>
            </a:pPr>
            <a:r>
              <a:rPr lang="en-GB" sz="1100" b="1" noProof="0">
                <a:solidFill>
                  <a:schemeClr val="tx1"/>
                </a:solidFill>
                <a:latin typeface="IBM Plex Sans SmBld" panose="020B0503050203000203" pitchFamily="34" charset="0"/>
              </a:rPr>
              <a:t>IBM Response to Givaudan’s Milky Way RFS</a:t>
            </a:r>
          </a:p>
          <a:p>
            <a:pPr algn="ctr" hangingPunct="0">
              <a:spcAft>
                <a:spcPts val="372"/>
              </a:spcAft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For the New Application Support &amp; Delivery Service Partnership for Standard Technologies </a:t>
            </a:r>
            <a:endParaRPr lang="en-GB" sz="1100" i="1" kern="0" spc="93" noProof="0">
              <a:solidFill>
                <a:schemeClr val="tx1">
                  <a:lumMod val="50000"/>
                  <a:lumOff val="50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50A5254-BBCD-F5A5-BD8B-29F5DF148BA7}"/>
              </a:ext>
            </a:extLst>
          </p:cNvPr>
          <p:cNvSpPr txBox="1"/>
          <p:nvPr/>
        </p:nvSpPr>
        <p:spPr>
          <a:xfrm>
            <a:off x="2652749" y="9253514"/>
            <a:ext cx="2254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56148">
              <a:spcBef>
                <a:spcPts val="899"/>
              </a:spcBef>
              <a:buSzPct val="100000"/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January 14th, 2026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3BB1B3B-A5B7-A2C3-1C90-A8E3F38D5022}"/>
              </a:ext>
            </a:extLst>
          </p:cNvPr>
          <p:cNvSpPr txBox="1"/>
          <p:nvPr/>
        </p:nvSpPr>
        <p:spPr>
          <a:xfrm>
            <a:off x="4464184" y="5533608"/>
            <a:ext cx="3260084" cy="661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i="1" kern="0" spc="93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Transforming today,</a:t>
            </a:r>
            <a:r>
              <a:rPr lang="en-GB" sz="1200" i="1" kern="0" spc="93" noProof="0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 shaping tomorrow with purpose &amp; excellence</a:t>
            </a:r>
            <a:endParaRPr lang="en-GB" sz="6000" i="1" noProof="0">
              <a:latin typeface="IBM Plex Serif" panose="02060503050406000203" pitchFamily="18" charset="0"/>
            </a:endParaRPr>
          </a:p>
          <a:p>
            <a:pPr algn="ctr"/>
            <a:endParaRPr lang="en-GB" sz="1300" noProof="0">
              <a:solidFill>
                <a:srgbClr val="4135C4"/>
              </a:solidFill>
              <a:latin typeface="IBM Plex Serif" panose="020605030504060002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D494C1D-589A-10BA-5A32-3AEEE9D366CB}"/>
              </a:ext>
            </a:extLst>
          </p:cNvPr>
          <p:cNvSpPr txBox="1"/>
          <p:nvPr/>
        </p:nvSpPr>
        <p:spPr>
          <a:xfrm>
            <a:off x="4087914" y="5167348"/>
            <a:ext cx="403027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2000" b="1" spc="600" noProof="0">
                <a:solidFill>
                  <a:srgbClr val="4135C4"/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</a:t>
            </a:r>
          </a:p>
        </p:txBody>
      </p:sp>
      <p:pic>
        <p:nvPicPr>
          <p:cNvPr id="55" name="Graphique 54">
            <a:extLst>
              <a:ext uri="{FF2B5EF4-FFF2-40B4-BE49-F238E27FC236}">
                <a16:creationId xmlns:a16="http://schemas.microsoft.com/office/drawing/2014/main" id="{DE08F83D-A004-4025-98C9-2AF5802A6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7637"/>
          <a:stretch>
            <a:fillRect/>
          </a:stretch>
        </p:blipFill>
        <p:spPr>
          <a:xfrm>
            <a:off x="7724268" y="3313854"/>
            <a:ext cx="1341038" cy="325643"/>
          </a:xfrm>
          <a:prstGeom prst="rect">
            <a:avLst/>
          </a:prstGeom>
        </p:spPr>
      </p:pic>
      <p:grpSp>
        <p:nvGrpSpPr>
          <p:cNvPr id="60" name="Groupe 59">
            <a:extLst>
              <a:ext uri="{FF2B5EF4-FFF2-40B4-BE49-F238E27FC236}">
                <a16:creationId xmlns:a16="http://schemas.microsoft.com/office/drawing/2014/main" id="{48A203F0-A9B9-0C4B-3850-8F4959242372}"/>
              </a:ext>
            </a:extLst>
          </p:cNvPr>
          <p:cNvGrpSpPr/>
          <p:nvPr/>
        </p:nvGrpSpPr>
        <p:grpSpPr>
          <a:xfrm>
            <a:off x="12282387" y="659603"/>
            <a:ext cx="2045879" cy="179641"/>
            <a:chOff x="12282387" y="659603"/>
            <a:chExt cx="4190398" cy="22974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3C11B24-D936-F62D-0A45-BC48906803F2}"/>
                </a:ext>
              </a:extLst>
            </p:cNvPr>
            <p:cNvSpPr/>
            <p:nvPr/>
          </p:nvSpPr>
          <p:spPr>
            <a:xfrm>
              <a:off x="12282387" y="659603"/>
              <a:ext cx="1025275" cy="229746"/>
            </a:xfrm>
            <a:prstGeom prst="rect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C80E67C-C6BE-3CC5-91E8-87104B3BB647}"/>
                </a:ext>
              </a:extLst>
            </p:cNvPr>
            <p:cNvSpPr/>
            <p:nvPr/>
          </p:nvSpPr>
          <p:spPr>
            <a:xfrm>
              <a:off x="13337428" y="659603"/>
              <a:ext cx="1025275" cy="229746"/>
            </a:xfrm>
            <a:prstGeom prst="rect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C598E2-B660-D0DE-0D6D-D28BE097F421}"/>
                </a:ext>
              </a:extLst>
            </p:cNvPr>
            <p:cNvSpPr/>
            <p:nvPr/>
          </p:nvSpPr>
          <p:spPr>
            <a:xfrm>
              <a:off x="14392469" y="659603"/>
              <a:ext cx="1025275" cy="229746"/>
            </a:xfrm>
            <a:prstGeom prst="rect">
              <a:avLst/>
            </a:prstGeom>
            <a:solidFill>
              <a:srgbClr val="74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231212C-363D-77A4-6B52-4CEBA25F0F6A}"/>
                </a:ext>
              </a:extLst>
            </p:cNvPr>
            <p:cNvSpPr/>
            <p:nvPr/>
          </p:nvSpPr>
          <p:spPr>
            <a:xfrm>
              <a:off x="15447510" y="659603"/>
              <a:ext cx="1025275" cy="229746"/>
            </a:xfrm>
            <a:prstGeom prst="rect">
              <a:avLst/>
            </a:prstGeom>
            <a:solidFill>
              <a:srgbClr val="E8D8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1" name="Image 60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0AB8DD44-72AA-BCA4-021C-89E8B2B14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2799" y="656918"/>
            <a:ext cx="365978" cy="180692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8DE48906-4099-8D0B-9FFC-37FA83C47650}"/>
              </a:ext>
            </a:extLst>
          </p:cNvPr>
          <p:cNvSpPr/>
          <p:nvPr/>
        </p:nvSpPr>
        <p:spPr>
          <a:xfrm>
            <a:off x="0" y="-47570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393F8D-3B4F-E23F-4828-3C335B1E58F5}"/>
              </a:ext>
            </a:extLst>
          </p:cNvPr>
          <p:cNvSpPr/>
          <p:nvPr/>
        </p:nvSpPr>
        <p:spPr>
          <a:xfrm>
            <a:off x="0" y="686125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95A87C-ACC4-5D94-D1A8-E438EB84ACE0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95796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A6ED844-A596-B325-A064-96541ADDE519}"/>
              </a:ext>
            </a:extLst>
          </p:cNvPr>
          <p:cNvGrpSpPr/>
          <p:nvPr/>
        </p:nvGrpSpPr>
        <p:grpSpPr>
          <a:xfrm rot="16200000">
            <a:off x="-7727873" y="-647349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FA195407-F9CF-E16E-8F65-949B28C1804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BBBC66C-2830-04D4-533B-F77865988AB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itle 5">
            <a:extLst>
              <a:ext uri="{FF2B5EF4-FFF2-40B4-BE49-F238E27FC236}">
                <a16:creationId xmlns:a16="http://schemas.microsoft.com/office/drawing/2014/main" id="{F5D4254C-9402-4255-53F5-D3E87BE453EB}"/>
              </a:ext>
            </a:extLst>
          </p:cNvPr>
          <p:cNvSpPr txBox="1">
            <a:spLocks/>
          </p:cNvSpPr>
          <p:nvPr/>
        </p:nvSpPr>
        <p:spPr>
          <a:xfrm>
            <a:off x="7639096" y="3157305"/>
            <a:ext cx="5439388" cy="408462"/>
          </a:xfrm>
          <a:prstGeom prst="rect">
            <a:avLst/>
          </a:prstGeom>
        </p:spPr>
        <p:txBody>
          <a:bodyPr/>
          <a:lstStyle>
            <a:lvl1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12432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224866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337298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449731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GB" sz="2000" b="1" spc="600" noProof="0">
                <a:ea typeface="Verdana" panose="020B0604030504040204" pitchFamily="34" charset="0"/>
                <a:cs typeface="Verdana" panose="020B0604030504040204" pitchFamily="34" charset="0"/>
              </a:rPr>
              <a:t>Table of Contents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A999DC89-6661-0281-664B-E4B3D6079F2B}"/>
              </a:ext>
            </a:extLst>
          </p:cNvPr>
          <p:cNvGrpSpPr/>
          <p:nvPr/>
        </p:nvGrpSpPr>
        <p:grpSpPr>
          <a:xfrm>
            <a:off x="2802976" y="1215255"/>
            <a:ext cx="3916655" cy="307777"/>
            <a:chOff x="3577125" y="2316568"/>
            <a:chExt cx="3916655" cy="307777"/>
          </a:xfrm>
        </p:grpSpPr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D2B84554-E617-9A20-FD33-59710679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231656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solidFill>
                    <a:srgbClr val="FFB186"/>
                  </a:solidFill>
                  <a:latin typeface="IBM Plex Sans" panose="020B0503050203000203" pitchFamily="34" charset="0"/>
                </a:rPr>
                <a:t>00</a:t>
              </a:r>
              <a:endParaRPr lang="en-GB" sz="2000" b="1" noProof="0">
                <a:solidFill>
                  <a:srgbClr val="FFB186"/>
                </a:solidFill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A88E2DE9-970D-1B9E-03B0-0EA1CA60C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637" y="2356957"/>
              <a:ext cx="3374143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Executive Summary &amp; Value proposition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E6762E9-D4B9-86FA-4A08-02E86C5336A7}"/>
              </a:ext>
            </a:extLst>
          </p:cNvPr>
          <p:cNvGrpSpPr/>
          <p:nvPr/>
        </p:nvGrpSpPr>
        <p:grpSpPr>
          <a:xfrm>
            <a:off x="3296900" y="3598808"/>
            <a:ext cx="3500536" cy="307777"/>
            <a:chOff x="3615709" y="4537633"/>
            <a:chExt cx="3500536" cy="307777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39F7D639-D781-1AFE-CB37-DF66D659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453763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04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2D4DEAA1-42BE-0A52-7D14-AB3D32A3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245" y="4575150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IBM Strategic Partners &amp; Ecosystems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08D067CB-F472-277B-EBA4-029194CCADEE}"/>
              </a:ext>
            </a:extLst>
          </p:cNvPr>
          <p:cNvGrpSpPr/>
          <p:nvPr/>
        </p:nvGrpSpPr>
        <p:grpSpPr>
          <a:xfrm>
            <a:off x="3075312" y="4749343"/>
            <a:ext cx="3487855" cy="318374"/>
            <a:chOff x="3622337" y="6007746"/>
            <a:chExt cx="3487855" cy="318374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E44B4B0F-0677-14E2-3431-D3263AE8C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337" y="601834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06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F506781C-15B9-D8B4-BBF6-475C23901B27}"/>
                </a:ext>
              </a:extLst>
            </p:cNvPr>
            <p:cNvSpPr txBox="1"/>
            <p:nvPr/>
          </p:nvSpPr>
          <p:spPr>
            <a:xfrm>
              <a:off x="4122192" y="6007746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Proposed Target Operating Model &amp; Teams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CCFDEB7B-C372-B491-32CC-3963E5B134F4}"/>
              </a:ext>
            </a:extLst>
          </p:cNvPr>
          <p:cNvGrpSpPr/>
          <p:nvPr/>
        </p:nvGrpSpPr>
        <p:grpSpPr>
          <a:xfrm>
            <a:off x="2894233" y="5389655"/>
            <a:ext cx="3494483" cy="307777"/>
            <a:chOff x="3615709" y="6758698"/>
            <a:chExt cx="3494483" cy="307777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0AC266-896A-FA61-C6E8-D84D6373F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675869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07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E34CE44A-2F61-FB87-A5BB-7FB4BA4DB9B4}"/>
                </a:ext>
              </a:extLst>
            </p:cNvPr>
            <p:cNvSpPr txBox="1"/>
            <p:nvPr/>
          </p:nvSpPr>
          <p:spPr>
            <a:xfrm>
              <a:off x="4122192" y="6776509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KPIs, SLAs and performance measurement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0CFC225C-A02B-F3AF-6839-74BD88EE2DFE}"/>
              </a:ext>
            </a:extLst>
          </p:cNvPr>
          <p:cNvGrpSpPr/>
          <p:nvPr/>
        </p:nvGrpSpPr>
        <p:grpSpPr>
          <a:xfrm>
            <a:off x="3225274" y="2427227"/>
            <a:ext cx="3530512" cy="307777"/>
            <a:chOff x="3577125" y="3056923"/>
            <a:chExt cx="3530512" cy="307777"/>
          </a:xfrm>
        </p:grpSpPr>
        <p:sp>
          <p:nvSpPr>
            <p:cNvPr id="38" name="Rectangle 1">
              <a:extLst>
                <a:ext uri="{FF2B5EF4-FFF2-40B4-BE49-F238E27FC236}">
                  <a16:creationId xmlns:a16="http://schemas.microsoft.com/office/drawing/2014/main" id="{56DF352F-6B1F-CBD8-EC80-F2FCEB8A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02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51330F9-0286-B51B-5472-6F199007FFFC}"/>
                </a:ext>
              </a:extLst>
            </p:cNvPr>
            <p:cNvSpPr txBox="1"/>
            <p:nvPr/>
          </p:nvSpPr>
          <p:spPr>
            <a:xfrm>
              <a:off x="4119637" y="3067604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</a:t>
              </a:r>
              <a:r>
                <a:rPr lang="en-GB" u="none" noProof="0" err="1">
                  <a:latin typeface="IBM Plex Sans Light" panose="020B0403050203000203" pitchFamily="34" charset="0"/>
                </a:rPr>
                <a:t>Gen&amp;Agentic</a:t>
              </a:r>
              <a:r>
                <a:rPr lang="en-GB" u="none" noProof="0">
                  <a:latin typeface="IBM Plex Sans Light" panose="020B0403050203000203" pitchFamily="34" charset="0"/>
                </a:rPr>
                <a:t> AI, Asset based AMS value proposition and vision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45BC4EC-B89B-9B4A-2D76-B287177A4EDE}"/>
              </a:ext>
            </a:extLst>
          </p:cNvPr>
          <p:cNvGrpSpPr/>
          <p:nvPr/>
        </p:nvGrpSpPr>
        <p:grpSpPr>
          <a:xfrm>
            <a:off x="3314845" y="3068430"/>
            <a:ext cx="3509680" cy="307777"/>
            <a:chOff x="3597957" y="3797278"/>
            <a:chExt cx="3509680" cy="307777"/>
          </a:xfrm>
        </p:grpSpPr>
        <p:sp>
          <p:nvSpPr>
            <p:cNvPr id="41" name="Rectangle 1">
              <a:extLst>
                <a:ext uri="{FF2B5EF4-FFF2-40B4-BE49-F238E27FC236}">
                  <a16:creationId xmlns:a16="http://schemas.microsoft.com/office/drawing/2014/main" id="{49C7ED3F-12BC-797C-407D-0C902451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957" y="379727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03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1CA72482-3DEF-1479-E570-EC198C3BC106}"/>
                </a:ext>
              </a:extLst>
            </p:cNvPr>
            <p:cNvSpPr txBox="1"/>
            <p:nvPr/>
          </p:nvSpPr>
          <p:spPr>
            <a:xfrm>
              <a:off x="4119637" y="3821377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credentials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5ED764A-6384-1470-D4BE-549004FA6E6F}"/>
              </a:ext>
            </a:extLst>
          </p:cNvPr>
          <p:cNvGrpSpPr/>
          <p:nvPr/>
        </p:nvGrpSpPr>
        <p:grpSpPr>
          <a:xfrm>
            <a:off x="3221497" y="4185480"/>
            <a:ext cx="3468952" cy="307777"/>
            <a:chOff x="3615709" y="5277988"/>
            <a:chExt cx="3468952" cy="307777"/>
          </a:xfrm>
        </p:grpSpPr>
        <p:sp>
          <p:nvSpPr>
            <p:cNvPr id="53" name="Rectangle 1">
              <a:extLst>
                <a:ext uri="{FF2B5EF4-FFF2-40B4-BE49-F238E27FC236}">
                  <a16:creationId xmlns:a16="http://schemas.microsoft.com/office/drawing/2014/main" id="{397ECACB-FCD7-1921-2ECB-F2D1CC1B8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527798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05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1F019713-22F2-AB23-BC8D-74EFDB592471}"/>
                </a:ext>
              </a:extLst>
            </p:cNvPr>
            <p:cNvSpPr txBox="1"/>
            <p:nvPr/>
          </p:nvSpPr>
          <p:spPr>
            <a:xfrm>
              <a:off x="4096661" y="5324343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none">
                  <a:latin typeface="IBM Plex Sans Light" panose="020B0403050203000203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noProof="0">
                  <a:sym typeface="IBM Plex Sans Light"/>
                </a:rPr>
                <a:t>Delivery Organisation and Capabilities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5E449BF1-0248-CFA9-BE7F-1AEE03739365}"/>
              </a:ext>
            </a:extLst>
          </p:cNvPr>
          <p:cNvGrpSpPr/>
          <p:nvPr/>
        </p:nvGrpSpPr>
        <p:grpSpPr>
          <a:xfrm>
            <a:off x="3044431" y="1744617"/>
            <a:ext cx="3301338" cy="441568"/>
            <a:chOff x="3577125" y="3056923"/>
            <a:chExt cx="3301338" cy="441568"/>
          </a:xfrm>
        </p:grpSpPr>
        <p:sp>
          <p:nvSpPr>
            <p:cNvPr id="56" name="Rectangle 1">
              <a:extLst>
                <a:ext uri="{FF2B5EF4-FFF2-40B4-BE49-F238E27FC236}">
                  <a16:creationId xmlns:a16="http://schemas.microsoft.com/office/drawing/2014/main" id="{688B3CC4-0FFD-47DD-5D50-B148975D8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01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D75F7779-34A1-9F27-60E6-F87B54B4EA1A}"/>
                </a:ext>
              </a:extLst>
            </p:cNvPr>
            <p:cNvSpPr txBox="1"/>
            <p:nvPr/>
          </p:nvSpPr>
          <p:spPr>
            <a:xfrm>
              <a:off x="4119636" y="3067604"/>
              <a:ext cx="275882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Where IBM innovation meets Givaudan’s creativity</a:t>
              </a:r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D4453075-82D6-9365-5D1C-5C9F4DE6AEBA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C5C580D0-E460-24F0-EDA3-722ADED9EAD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B443E2CD-B60B-81C3-C69E-B831D44A615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5363D05C-877C-DC22-94FD-A2CB640E3C4A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37D82615-9F70-B6C0-27E8-DE8BB4978E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4ADD7093-010F-0220-601F-BA989A5B08C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itle 1">
            <a:extLst>
              <a:ext uri="{FF2B5EF4-FFF2-40B4-BE49-F238E27FC236}">
                <a16:creationId xmlns:a16="http://schemas.microsoft.com/office/drawing/2014/main" id="{0ED13726-D335-28BA-4D83-A52F05C65D44}"/>
              </a:ext>
            </a:extLst>
          </p:cNvPr>
          <p:cNvSpPr txBox="1">
            <a:spLocks/>
          </p:cNvSpPr>
          <p:nvPr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91" name="TextBox 32">
            <a:extLst>
              <a:ext uri="{FF2B5EF4-FFF2-40B4-BE49-F238E27FC236}">
                <a16:creationId xmlns:a16="http://schemas.microsoft.com/office/drawing/2014/main" id="{55A6FB07-3A2A-8F24-3E39-D545D64D3829}"/>
              </a:ext>
            </a:extLst>
          </p:cNvPr>
          <p:cNvSpPr txBox="1"/>
          <p:nvPr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900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E4198026-5EA7-9E7B-A4CD-EA54AAF6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769" y="2622372"/>
            <a:ext cx="29741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Aft>
                <a:spcPts val="1800"/>
              </a:spcAft>
              <a:tabLst>
                <a:tab pos="449263" algn="l"/>
                <a:tab pos="5938838" algn="l"/>
              </a:tabLst>
            </a:pPr>
            <a:r>
              <a:rPr lang="en-GB" sz="9600" b="1" noProof="0">
                <a:blipFill>
                  <a:blip r:embed="rId2"/>
                  <a:stretch>
                    <a:fillRect/>
                  </a:stretch>
                </a:blipFill>
                <a:latin typeface="IBM Plex Sans" panose="020B0503050203000203" pitchFamily="34" charset="0"/>
              </a:rPr>
              <a:t>01</a:t>
            </a:r>
            <a:endParaRPr lang="en-GB" sz="9600" b="1" noProof="0">
              <a:blipFill>
                <a:blip r:embed="rId2"/>
                <a:stretch>
                  <a:fillRect/>
                </a:stretch>
              </a:blipFill>
              <a:latin typeface="IBM Plex Sans" panose="020B0503050203000203" pitchFamily="34" charset="0"/>
              <a:ea typeface="Times New Roman" panose="02020603050405020304" pitchFamily="18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59FA53E-1ADE-EC16-49C3-4F7D4DE80347}"/>
              </a:ext>
            </a:extLst>
          </p:cNvPr>
          <p:cNvSpPr txBox="1"/>
          <p:nvPr/>
        </p:nvSpPr>
        <p:spPr>
          <a:xfrm>
            <a:off x="4624906" y="2936879"/>
            <a:ext cx="406077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914400" eaLnBrk="0" fontAlgn="base" hangingPunct="0">
              <a:spcBef>
                <a:spcPct val="0"/>
              </a:spcBef>
              <a:spcAft>
                <a:spcPts val="1800"/>
              </a:spcAft>
              <a:tabLst>
                <a:tab pos="449263" algn="l"/>
                <a:tab pos="5938838" algn="l"/>
              </a:tabLst>
              <a:defRPr sz="1400" u="sng"/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9pPr>
          </a:lstStyle>
          <a:p>
            <a:pPr>
              <a:lnSpc>
                <a:spcPts val="2680"/>
              </a:lnSpc>
              <a:spcAft>
                <a:spcPts val="1200"/>
              </a:spcAft>
            </a:pPr>
            <a:r>
              <a:rPr lang="en-GB" sz="2400" b="1" u="none" kern="0" noProof="0">
                <a:latin typeface="IBM Plex Sans SmBld"/>
              </a:rPr>
              <a:t>Where IBM innovation meets Givaudan’s creativity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DDD205C-3A9E-9CBC-3426-4A654B1BCC42}"/>
              </a:ext>
            </a:extLst>
          </p:cNvPr>
          <p:cNvSpPr txBox="1"/>
          <p:nvPr/>
        </p:nvSpPr>
        <p:spPr>
          <a:xfrm>
            <a:off x="4563097" y="3609853"/>
            <a:ext cx="446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Lorem ipsum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consectetur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sed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do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DEC07-7530-969F-EC1B-CB6CA429E419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197148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E413-A322-34D5-7B72-B609E34D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49069966-6F1F-5765-52F5-8D8822CA9026}"/>
              </a:ext>
            </a:extLst>
          </p:cNvPr>
          <p:cNvSpPr txBox="1"/>
          <p:nvPr/>
        </p:nvSpPr>
        <p:spPr>
          <a:xfrm>
            <a:off x="742346" y="506335"/>
            <a:ext cx="20970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spc="6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01. TITLE OF THE CHAPTER 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7AEB3D0-5B77-6ED1-98BE-3019948D1E9A}"/>
              </a:ext>
            </a:extLst>
          </p:cNvPr>
          <p:cNvSpPr txBox="1"/>
          <p:nvPr/>
        </p:nvSpPr>
        <p:spPr>
          <a:xfrm>
            <a:off x="289119" y="700085"/>
            <a:ext cx="90376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spc="60" noProof="0" dirty="0">
                <a:latin typeface="IBM Plex Sans Medm"/>
              </a:rPr>
              <a:t>1.</a:t>
            </a:r>
            <a:r>
              <a:rPr lang="en-US" sz="1400" spc="60" dirty="0">
                <a:latin typeface="IBM Plex Sans Medm"/>
              </a:rPr>
              <a:t>TITLE OF THE SLIDE LOREM IPSUM DOLOR SIT AMET, CONSECTETUR ADIPISCING ELIT. </a:t>
            </a:r>
            <a:endParaRPr lang="en-US" sz="1400" spc="60" noProof="0">
              <a:latin typeface="IBM Plex Sans Medm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715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Chequia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Sudafrica</a:t>
            </a:r>
          </a:p>
          <a:p>
            <a:pPr>
              <a:spcAft>
                <a:spcPts val="1200"/>
              </a:spcAft>
              <a:defRPr sz="1800"/>
            </a:pPr>
            <a:r>
              <a:t>Date: 2026-06-18 a 18:00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A</a:t>
            </a:r>
          </a:p>
          <a:p>
            <a:pPr>
              <a:defRPr sz="2200" b="1"/>
            </a:pPr>
            <a:r>
              <a:t>Pronostic: 1 - 1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Suiza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Bosnia y Herzegovina</a:t>
            </a:r>
          </a:p>
          <a:p>
            <a:pPr>
              <a:spcAft>
                <a:spcPts val="1200"/>
              </a:spcAft>
              <a:defRPr sz="1800"/>
            </a:pPr>
            <a:r>
              <a:t>Date: 2026-06-18 a 21:00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B</a:t>
            </a:r>
          </a:p>
          <a:p>
            <a:pPr>
              <a:defRPr sz="2200" b="1"/>
            </a:pPr>
            <a:r>
              <a:t>Pronostic: 1 - 1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Canada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Catar</a:t>
            </a:r>
          </a:p>
          <a:p>
            <a:pPr>
              <a:spcAft>
                <a:spcPts val="1200"/>
              </a:spcAft>
              <a:defRPr sz="1800"/>
            </a:pPr>
            <a:r>
              <a:t>Date: 2026-06-19 a 00:00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B</a:t>
            </a:r>
          </a:p>
          <a:p>
            <a:pPr>
              <a:defRPr sz="2200" b="1"/>
            </a:pPr>
            <a:r>
              <a:t>Pronostic: 1 -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Pronostics pour les matchs a venir:</a:t>
            </a:r>
            <a:br/>
          </a:p>
          <a:p>
            <a:pPr>
              <a:spcAft>
                <a:spcPts val="800"/>
              </a:spcAft>
              <a:defRPr sz="1800"/>
            </a:pPr>
            <a:r>
              <a:t>Chequia 1 - 1 Sudafrica</a:t>
            </a:r>
          </a:p>
          <a:p>
            <a:pPr>
              <a:spcAft>
                <a:spcPts val="800"/>
              </a:spcAft>
              <a:defRPr sz="1800"/>
            </a:pPr>
            <a:r>
              <a:t>Suiza 1 - 1 Bosnia y Herzegovina</a:t>
            </a:r>
          </a:p>
          <a:p>
            <a:pPr>
              <a:spcAft>
                <a:spcPts val="800"/>
              </a:spcAft>
              <a:defRPr sz="1800"/>
            </a:pPr>
            <a:r>
              <a:t>Canada 1 -  Catar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62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IBM Plex Sans</vt:lpstr>
      <vt:lpstr>IBM Plex Sans Light</vt:lpstr>
      <vt:lpstr>IBM Plex Sans Medm</vt:lpstr>
      <vt:lpstr>IBM Plex Sans SmBld</vt:lpstr>
      <vt:lpstr>IBM Plex Serif</vt:lpstr>
      <vt:lpstr>IBM Plex Serif Medm</vt:lpstr>
      <vt:lpstr>Verdana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 Nicolier</dc:creator>
  <cp:lastModifiedBy>Laurent Lusseau</cp:lastModifiedBy>
  <cp:revision>18</cp:revision>
  <dcterms:created xsi:type="dcterms:W3CDTF">2026-01-09T15:09:38Z</dcterms:created>
  <dcterms:modified xsi:type="dcterms:W3CDTF">2026-06-17T11:01:41Z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70bcdf-e424-40e3-9ceb-40cf94994388_Enabled">
    <vt:lpwstr>True</vt:lpwstr>
  </property>
  <property fmtid="{D5CDD505-2E9C-101B-9397-08002B2CF9AE}" pid="3" name="MSIP_Label_4470bcdf-e424-40e3-9ceb-40cf94994388_SiteId">
    <vt:lpwstr>fcf67057-50c9-4ad4-98f3-ffca64add9e9</vt:lpwstr>
  </property>
  <property fmtid="{D5CDD505-2E9C-101B-9397-08002B2CF9AE}" pid="4" name="MSIP_Label_4470bcdf-e424-40e3-9ceb-40cf94994388_SetDate">
    <vt:lpwstr>2026-01-12T10:32:27Z</vt:lpwstr>
  </property>
  <property fmtid="{D5CDD505-2E9C-101B-9397-08002B2CF9AE}" pid="5" name="MSIP_Label_4470bcdf-e424-40e3-9ceb-40cf94994388_Name">
    <vt:lpwstr>IBM Confidential</vt:lpwstr>
  </property>
  <property fmtid="{D5CDD505-2E9C-101B-9397-08002B2CF9AE}" pid="6" name="MSIP_Label_4470bcdf-e424-40e3-9ceb-40cf94994388_ActionId">
    <vt:lpwstr>853e883a-bea8-4496-865b-25e74e389c5f</vt:lpwstr>
  </property>
  <property fmtid="{D5CDD505-2E9C-101B-9397-08002B2CF9AE}" pid="7" name="MSIP_Label_4470bcdf-e424-40e3-9ceb-40cf94994388_Removed">
    <vt:lpwstr>False</vt:lpwstr>
  </property>
  <property fmtid="{D5CDD505-2E9C-101B-9397-08002B2CF9AE}" pid="8" name="MSIP_Label_4470bcdf-e424-40e3-9ceb-40cf94994388_Extended_MSFT_Method">
    <vt:lpwstr>Standard</vt:lpwstr>
  </property>
  <property fmtid="{D5CDD505-2E9C-101B-9397-08002B2CF9AE}" pid="9" name="Sensitivity">
    <vt:lpwstr>IBM Confidential</vt:lpwstr>
  </property>
</Properties>
</file>