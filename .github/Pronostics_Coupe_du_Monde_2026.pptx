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Pronostics Coupe du Monde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de Groupes - Matchs à venir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Vue d'ensemble des matchs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Nombre total de matchs: 3</a:t>
            </a:r>
            <a:br/>
            <a:br/>
          </a:p>
          <a:p>
            <a:pPr>
              <a:defRPr sz="1600"/>
            </a:pPr>
            <a:r>
              <a:t>• Match 24: Chequia vs Sudáfrica</a:t>
            </a:r>
          </a:p>
          <a:p>
            <a:pPr>
              <a:defRPr sz="1600"/>
            </a:pPr>
            <a:r>
              <a:t>• Match 25: Suiza vs Bosnia y Herzegovina</a:t>
            </a:r>
          </a:p>
          <a:p>
            <a:pPr>
              <a:defRPr sz="1600"/>
            </a:pPr>
            <a:r>
              <a:t>• Match 26: Canadá vs Catar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Match 24: Chequia vs Sudáfrica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🏠 Équipe à domicile: Chequia</a:t>
            </a:r>
          </a:p>
          <a:p>
            <a:pPr>
              <a:spcAft>
                <a:spcPts val="2000"/>
              </a:spcAft>
              <a:defRPr sz="2400" b="1"/>
            </a:pPr>
            <a:r>
              <a:t>✈️  Équipe à l'extérieur: Sudáfrica</a:t>
            </a:r>
          </a:p>
          <a:p>
            <a:pPr>
              <a:spcAft>
                <a:spcPts val="1200"/>
              </a:spcAft>
              <a:defRPr sz="2000"/>
            </a:pPr>
            <a:r>
              <a:t>📅 Date: 2026-06-18 à 18:00</a:t>
            </a:r>
          </a:p>
          <a:p>
            <a:pPr>
              <a:spcAft>
                <a:spcPts val="2000"/>
              </a:spcAft>
              <a:defRPr sz="2000"/>
            </a:pPr>
            <a:r>
              <a:t>🏆 Phase: Fase de grupos - Grupo A</a:t>
            </a:r>
          </a:p>
          <a:p>
            <a:pPr>
              <a:defRPr sz="2400" b="1">
                <a:solidFill>
                  <a:srgbClr val="CC0000"/>
                </a:solidFill>
              </a:defRPr>
            </a:pPr>
            <a:r>
              <a:t>🎯 Pronostic: 1 - 1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Match 25: Suiza vs Bosnia y Herzegovina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🏠 Équipe à domicile: Suiza</a:t>
            </a:r>
          </a:p>
          <a:p>
            <a:pPr>
              <a:spcAft>
                <a:spcPts val="2000"/>
              </a:spcAft>
              <a:defRPr sz="2400" b="1"/>
            </a:pPr>
            <a:r>
              <a:t>✈️  Équipe à l'extérieur: Bosnia y Herzegovina</a:t>
            </a:r>
          </a:p>
          <a:p>
            <a:pPr>
              <a:spcAft>
                <a:spcPts val="1200"/>
              </a:spcAft>
              <a:defRPr sz="2000"/>
            </a:pPr>
            <a:r>
              <a:t>📅 Date: 2026-06-18 à 21:00</a:t>
            </a:r>
          </a:p>
          <a:p>
            <a:pPr>
              <a:spcAft>
                <a:spcPts val="2000"/>
              </a:spcAft>
              <a:defRPr sz="2000"/>
            </a:pPr>
            <a:r>
              <a:t>🏆 Phase: Fase de grupos - Grupo B</a:t>
            </a:r>
          </a:p>
          <a:p>
            <a:pPr>
              <a:defRPr sz="2400" b="1">
                <a:solidFill>
                  <a:srgbClr val="CC0000"/>
                </a:solidFill>
              </a:defRPr>
            </a:pPr>
            <a:r>
              <a:t>🎯 Pronostic: 1 - 1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Match 26: Canadá vs Catar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/>
            </a:pPr>
            <a:r>
              <a:t>🏠 Équipe à domicile: Canadá</a:t>
            </a:r>
          </a:p>
          <a:p>
            <a:pPr>
              <a:spcAft>
                <a:spcPts val="2000"/>
              </a:spcAft>
              <a:defRPr sz="2400" b="1"/>
            </a:pPr>
            <a:r>
              <a:t>✈️  Équipe à l'extérieur: Catar</a:t>
            </a:r>
          </a:p>
          <a:p>
            <a:pPr>
              <a:spcAft>
                <a:spcPts val="1200"/>
              </a:spcAft>
              <a:defRPr sz="2000"/>
            </a:pPr>
            <a:r>
              <a:t>📅 Date: 2026-06-19 à 00:00</a:t>
            </a:r>
          </a:p>
          <a:p>
            <a:pPr>
              <a:spcAft>
                <a:spcPts val="2000"/>
              </a:spcAft>
              <a:defRPr sz="2000"/>
            </a:pPr>
            <a:r>
              <a:t>🏆 Phase: Fase de grupos - Grupo B</a:t>
            </a:r>
          </a:p>
          <a:p>
            <a:pPr>
              <a:defRPr sz="2400" b="1">
                <a:solidFill>
                  <a:srgbClr val="CC0000"/>
                </a:solidFill>
              </a:defRPr>
            </a:pPr>
            <a:r>
              <a:t>🎯 Pronostic: 1 -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Résumé des Pronostics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Pronostics pour les matchs à venir:</a:t>
            </a:r>
            <a:br/>
            <a:br/>
          </a:p>
          <a:p>
            <a:pPr>
              <a:spcAft>
                <a:spcPts val="800"/>
              </a:spcAft>
              <a:defRPr sz="1800"/>
            </a:pPr>
            <a:r>
              <a:t>• Chequia 1 - 1 Sudáfrica</a:t>
            </a:r>
          </a:p>
          <a:p>
            <a:pPr>
              <a:spcAft>
                <a:spcPts val="800"/>
              </a:spcAft>
              <a:defRPr sz="1800"/>
            </a:pPr>
            <a:r>
              <a:t>• Suiza 1 - 1 Bosnia y Herzegovina</a:t>
            </a:r>
          </a:p>
          <a:p>
            <a:pPr>
              <a:spcAft>
                <a:spcPts val="800"/>
              </a:spcAft>
              <a:defRPr sz="1800"/>
            </a:pPr>
            <a:r>
              <a:t>• Canadá 1 -  Catar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